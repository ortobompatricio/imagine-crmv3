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MiSans" charset="-122" pitchFamily="34"/>
      <p:regular r:id="rId19"/>
    </p:embeddedFont>
    <p:embeddedFont>
      <p:font typeface="得意黑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fastcompany.com/4a16949ccf3c1081b563bc3d07259d83cf9ff060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1A"/>
              </a:gs>
              <a:gs pos="50000">
                <a:srgbClr val="1A1A1A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428750"/>
            <a:ext cx="2333625" cy="381000"/>
          </a:xfrm>
          <a:custGeom>
            <a:avLst/>
            <a:gdLst/>
            <a:ahLst/>
            <a:cxnLst/>
            <a:rect l="l" t="t" r="r" b="b"/>
            <a:pathLst>
              <a:path w="2333625" h="381000">
                <a:moveTo>
                  <a:pt x="76200" y="0"/>
                </a:moveTo>
                <a:lnTo>
                  <a:pt x="2257425" y="0"/>
                </a:lnTo>
                <a:cubicBezTo>
                  <a:pt x="2299481" y="0"/>
                  <a:pt x="2333625" y="34144"/>
                  <a:pt x="2333625" y="76200"/>
                </a:cubicBezTo>
                <a:lnTo>
                  <a:pt x="2333625" y="304800"/>
                </a:lnTo>
                <a:cubicBezTo>
                  <a:pt x="2333625" y="346856"/>
                  <a:pt x="2299481" y="381000"/>
                  <a:pt x="22574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504950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CLASE PRÁCTICA 120 MIN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669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Marketing Digital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para Concesionarios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1005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leads a ventas sin humo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9575" y="5181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9" name="Text 6"/>
          <p:cNvSpPr/>
          <p:nvPr/>
        </p:nvSpPr>
        <p:spPr>
          <a:xfrm>
            <a:off x="781050" y="5162550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 Ads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766292" y="5181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28575"/>
                </a:moveTo>
                <a:cubicBezTo>
                  <a:pt x="27102" y="28575"/>
                  <a:pt x="14288" y="41389"/>
                  <a:pt x="14288" y="57150"/>
                </a:cubicBezTo>
                <a:lnTo>
                  <a:pt x="14288" y="171450"/>
                </a:lnTo>
                <a:cubicBezTo>
                  <a:pt x="14288" y="187211"/>
                  <a:pt x="27102" y="200025"/>
                  <a:pt x="42863" y="200025"/>
                </a:cubicBezTo>
                <a:lnTo>
                  <a:pt x="157163" y="200025"/>
                </a:lnTo>
                <a:cubicBezTo>
                  <a:pt x="172923" y="200025"/>
                  <a:pt x="185738" y="187211"/>
                  <a:pt x="185738" y="171450"/>
                </a:cubicBezTo>
                <a:lnTo>
                  <a:pt x="185738" y="57150"/>
                </a:lnTo>
                <a:cubicBezTo>
                  <a:pt x="185738" y="41389"/>
                  <a:pt x="172923" y="28575"/>
                  <a:pt x="157163" y="28575"/>
                </a:cubicBezTo>
                <a:lnTo>
                  <a:pt x="42863" y="28575"/>
                </a:lnTo>
                <a:close/>
                <a:moveTo>
                  <a:pt x="207169" y="150019"/>
                </a:moveTo>
                <a:lnTo>
                  <a:pt x="239985" y="176272"/>
                </a:lnTo>
                <a:cubicBezTo>
                  <a:pt x="241861" y="177790"/>
                  <a:pt x="244182" y="178594"/>
                  <a:pt x="246593" y="178594"/>
                </a:cubicBezTo>
                <a:cubicBezTo>
                  <a:pt x="252442" y="178594"/>
                  <a:pt x="257175" y="173861"/>
                  <a:pt x="257175" y="168012"/>
                </a:cubicBezTo>
                <a:lnTo>
                  <a:pt x="257175" y="60588"/>
                </a:lnTo>
                <a:cubicBezTo>
                  <a:pt x="257175" y="54739"/>
                  <a:pt x="252442" y="50006"/>
                  <a:pt x="246593" y="50006"/>
                </a:cubicBezTo>
                <a:cubicBezTo>
                  <a:pt x="244182" y="50006"/>
                  <a:pt x="241861" y="50810"/>
                  <a:pt x="239985" y="52328"/>
                </a:cubicBezTo>
                <a:lnTo>
                  <a:pt x="207169" y="78581"/>
                </a:lnTo>
                <a:lnTo>
                  <a:pt x="207169" y="150019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1" name="Text 8"/>
          <p:cNvSpPr/>
          <p:nvPr/>
        </p:nvSpPr>
        <p:spPr>
          <a:xfrm>
            <a:off x="2152055" y="5162550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TikTok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911376" y="5181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3" name="Text 10"/>
          <p:cNvSpPr/>
          <p:nvPr/>
        </p:nvSpPr>
        <p:spPr>
          <a:xfrm>
            <a:off x="3297138" y="5162550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WhatsApp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37298" y="5181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5" name="Text 12"/>
          <p:cNvSpPr/>
          <p:nvPr/>
        </p:nvSpPr>
        <p:spPr>
          <a:xfrm>
            <a:off x="4737348" y="5162550"/>
            <a:ext cx="23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 CLARO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Salir Haciendo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 finalizar esta clase, el equipo podrá: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638300"/>
            <a:ext cx="5581650" cy="1933575"/>
          </a:xfrm>
          <a:custGeom>
            <a:avLst/>
            <a:gdLst/>
            <a:ahLst/>
            <a:cxnLst/>
            <a:rect l="l" t="t" r="r" b="b"/>
            <a:pathLst>
              <a:path w="5581650" h="1933575">
                <a:moveTo>
                  <a:pt x="38100" y="0"/>
                </a:moveTo>
                <a:lnTo>
                  <a:pt x="5467356" y="0"/>
                </a:lnTo>
                <a:cubicBezTo>
                  <a:pt x="5530479" y="0"/>
                  <a:pt x="5581650" y="51171"/>
                  <a:pt x="5581650" y="114294"/>
                </a:cubicBezTo>
                <a:lnTo>
                  <a:pt x="5581650" y="1819281"/>
                </a:lnTo>
                <a:cubicBezTo>
                  <a:pt x="5581650" y="1882404"/>
                  <a:pt x="5530479" y="1933575"/>
                  <a:pt x="5467356" y="1933575"/>
                </a:cubicBez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638300"/>
            <a:ext cx="38100" cy="1933575"/>
          </a:xfrm>
          <a:custGeom>
            <a:avLst/>
            <a:gdLst/>
            <a:ahLst/>
            <a:cxnLst/>
            <a:rect l="l" t="t" r="r" b="b"/>
            <a:pathLst>
              <a:path w="38100" h="1933575">
                <a:moveTo>
                  <a:pt x="38100" y="0"/>
                </a:moveTo>
                <a:lnTo>
                  <a:pt x="38100" y="0"/>
                </a:lnTo>
                <a:lnTo>
                  <a:pt x="38100" y="1933575"/>
                </a:ln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866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8" name="Text 6"/>
          <p:cNvSpPr/>
          <p:nvPr/>
        </p:nvSpPr>
        <p:spPr>
          <a:xfrm>
            <a:off x="825698" y="1981200"/>
            <a:ext cx="295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1866900"/>
            <a:ext cx="3829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Generar Leads Diarios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247900"/>
            <a:ext cx="3800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Meta y TikTok con contenido que convierte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6750" y="31480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9913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Campañas configuradas y funcionando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29350" y="1638300"/>
            <a:ext cx="5581650" cy="1933575"/>
          </a:xfrm>
          <a:custGeom>
            <a:avLst/>
            <a:gdLst/>
            <a:ahLst/>
            <a:cxnLst/>
            <a:rect l="l" t="t" r="r" b="b"/>
            <a:pathLst>
              <a:path w="5581650" h="1933575">
                <a:moveTo>
                  <a:pt x="38100" y="0"/>
                </a:moveTo>
                <a:lnTo>
                  <a:pt x="5467356" y="0"/>
                </a:lnTo>
                <a:cubicBezTo>
                  <a:pt x="5530479" y="0"/>
                  <a:pt x="5581650" y="51171"/>
                  <a:pt x="5581650" y="114294"/>
                </a:cubicBezTo>
                <a:lnTo>
                  <a:pt x="5581650" y="1819281"/>
                </a:lnTo>
                <a:cubicBezTo>
                  <a:pt x="5581650" y="1882404"/>
                  <a:pt x="5530479" y="1933575"/>
                  <a:pt x="5467356" y="1933575"/>
                </a:cubicBez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6229350" y="1638300"/>
            <a:ext cx="38100" cy="1933575"/>
          </a:xfrm>
          <a:custGeom>
            <a:avLst/>
            <a:gdLst/>
            <a:ahLst/>
            <a:cxnLst/>
            <a:rect l="l" t="t" r="r" b="b"/>
            <a:pathLst>
              <a:path w="38100" h="1933575">
                <a:moveTo>
                  <a:pt x="38100" y="0"/>
                </a:moveTo>
                <a:lnTo>
                  <a:pt x="38100" y="0"/>
                </a:lnTo>
                <a:lnTo>
                  <a:pt x="38100" y="1933575"/>
                </a:ln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77000" y="1866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6" name="Text 14"/>
          <p:cNvSpPr/>
          <p:nvPr/>
        </p:nvSpPr>
        <p:spPr>
          <a:xfrm>
            <a:off x="6640116" y="1981200"/>
            <a:ext cx="323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62800" y="18669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Responder y Calificar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62800" y="2247900"/>
            <a:ext cx="435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WhatsApp sin perder tiempo con scripts probados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6050" y="31480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0" name="Text 18"/>
          <p:cNvSpPr/>
          <p:nvPr/>
        </p:nvSpPr>
        <p:spPr>
          <a:xfrm>
            <a:off x="6743700" y="3109913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Respuesta en menos de 5 minutos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3795713"/>
            <a:ext cx="5581650" cy="1933575"/>
          </a:xfrm>
          <a:custGeom>
            <a:avLst/>
            <a:gdLst/>
            <a:ahLst/>
            <a:cxnLst/>
            <a:rect l="l" t="t" r="r" b="b"/>
            <a:pathLst>
              <a:path w="5581650" h="1933575">
                <a:moveTo>
                  <a:pt x="38100" y="0"/>
                </a:moveTo>
                <a:lnTo>
                  <a:pt x="5467356" y="0"/>
                </a:lnTo>
                <a:cubicBezTo>
                  <a:pt x="5530479" y="0"/>
                  <a:pt x="5581650" y="51171"/>
                  <a:pt x="5581650" y="114294"/>
                </a:cubicBezTo>
                <a:lnTo>
                  <a:pt x="5581650" y="1819281"/>
                </a:lnTo>
                <a:cubicBezTo>
                  <a:pt x="5581650" y="1882404"/>
                  <a:pt x="5530479" y="1933575"/>
                  <a:pt x="5467356" y="1933575"/>
                </a:cubicBez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400050" y="3795713"/>
            <a:ext cx="38100" cy="1933575"/>
          </a:xfrm>
          <a:custGeom>
            <a:avLst/>
            <a:gdLst/>
            <a:ahLst/>
            <a:cxnLst/>
            <a:rect l="l" t="t" r="r" b="b"/>
            <a:pathLst>
              <a:path w="38100" h="1933575">
                <a:moveTo>
                  <a:pt x="38100" y="0"/>
                </a:moveTo>
                <a:lnTo>
                  <a:pt x="38100" y="0"/>
                </a:lnTo>
                <a:lnTo>
                  <a:pt x="38100" y="1933575"/>
                </a:ln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3" name="Shape 21"/>
          <p:cNvSpPr/>
          <p:nvPr/>
        </p:nvSpPr>
        <p:spPr>
          <a:xfrm>
            <a:off x="647700" y="40243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4" name="Text 22"/>
          <p:cNvSpPr/>
          <p:nvPr/>
        </p:nvSpPr>
        <p:spPr>
          <a:xfrm>
            <a:off x="808881" y="4138613"/>
            <a:ext cx="323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33500" y="4024313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Agendar y Convertir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33500" y="4405313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Citas que se transforman en ventas reales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6750" y="5305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267325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Pipeline claro de seguimiento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29350" y="3795713"/>
            <a:ext cx="5581650" cy="1933575"/>
          </a:xfrm>
          <a:custGeom>
            <a:avLst/>
            <a:gdLst/>
            <a:ahLst/>
            <a:cxnLst/>
            <a:rect l="l" t="t" r="r" b="b"/>
            <a:pathLst>
              <a:path w="5581650" h="1933575">
                <a:moveTo>
                  <a:pt x="38100" y="0"/>
                </a:moveTo>
                <a:lnTo>
                  <a:pt x="5467356" y="0"/>
                </a:lnTo>
                <a:cubicBezTo>
                  <a:pt x="5530479" y="0"/>
                  <a:pt x="5581650" y="51171"/>
                  <a:pt x="5581650" y="114294"/>
                </a:cubicBezTo>
                <a:lnTo>
                  <a:pt x="5581650" y="1819281"/>
                </a:lnTo>
                <a:cubicBezTo>
                  <a:pt x="5581650" y="1882404"/>
                  <a:pt x="5530479" y="1933575"/>
                  <a:pt x="5467356" y="1933575"/>
                </a:cubicBez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6229350" y="3795713"/>
            <a:ext cx="38100" cy="1933575"/>
          </a:xfrm>
          <a:custGeom>
            <a:avLst/>
            <a:gdLst/>
            <a:ahLst/>
            <a:cxnLst/>
            <a:rect l="l" t="t" r="r" b="b"/>
            <a:pathLst>
              <a:path w="38100" h="1933575">
                <a:moveTo>
                  <a:pt x="38100" y="0"/>
                </a:moveTo>
                <a:lnTo>
                  <a:pt x="38100" y="0"/>
                </a:lnTo>
                <a:lnTo>
                  <a:pt x="38100" y="1933575"/>
                </a:ln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7000" y="40243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2" name="Text 30"/>
          <p:cNvSpPr/>
          <p:nvPr/>
        </p:nvSpPr>
        <p:spPr>
          <a:xfrm>
            <a:off x="6636841" y="4138613"/>
            <a:ext cx="323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62800" y="4024313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Usar IA en el Día a Día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62800" y="4405313"/>
            <a:ext cx="3781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producir más contenido y contestar mejor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96050" y="5305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6" name="Text 34"/>
          <p:cNvSpPr/>
          <p:nvPr/>
        </p:nvSpPr>
        <p:spPr>
          <a:xfrm>
            <a:off x="6743700" y="5267325"/>
            <a:ext cx="2352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Prompts listos para implementar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5763" y="5881688"/>
            <a:ext cx="11420475" cy="590550"/>
          </a:xfrm>
          <a:custGeom>
            <a:avLst/>
            <a:gdLst/>
            <a:ahLst/>
            <a:cxnLst/>
            <a:rect l="l" t="t" r="r" b="b"/>
            <a:pathLst>
              <a:path w="11420475" h="590550">
                <a:moveTo>
                  <a:pt x="76199" y="0"/>
                </a:moveTo>
                <a:lnTo>
                  <a:pt x="11344276" y="0"/>
                </a:lnTo>
                <a:cubicBezTo>
                  <a:pt x="11386360" y="0"/>
                  <a:pt x="11420475" y="34115"/>
                  <a:pt x="11420475" y="76199"/>
                </a:cubicBezTo>
                <a:lnTo>
                  <a:pt x="11420475" y="514351"/>
                </a:lnTo>
                <a:cubicBezTo>
                  <a:pt x="11420475" y="556435"/>
                  <a:pt x="11386360" y="590550"/>
                  <a:pt x="11344276" y="590550"/>
                </a:cubicBezTo>
                <a:lnTo>
                  <a:pt x="76199" y="590550"/>
                </a:lnTo>
                <a:cubicBezTo>
                  <a:pt x="34115" y="590550"/>
                  <a:pt x="0" y="556435"/>
                  <a:pt x="0" y="5143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D95B1E">
              <a:alpha val="10196"/>
            </a:srgbClr>
          </a:solidFill>
          <a:ln w="127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56484" y="60960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288" y="6038850"/>
            <a:ext cx="10915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Sin teoría innecesaria.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Solo lo que funciona hoy.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MINUTO 0-10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Mapa del Negocio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0668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 que realmente vende una playa de autos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414463"/>
            <a:ext cx="6191250" cy="2305050"/>
          </a:xfrm>
          <a:custGeom>
            <a:avLst/>
            <a:gdLst/>
            <a:ahLst/>
            <a:cxnLst/>
            <a:rect l="l" t="t" r="r" b="b"/>
            <a:pathLst>
              <a:path w="6191250" h="2305050">
                <a:moveTo>
                  <a:pt x="114307" y="0"/>
                </a:moveTo>
                <a:lnTo>
                  <a:pt x="6076943" y="0"/>
                </a:lnTo>
                <a:cubicBezTo>
                  <a:pt x="6140073" y="0"/>
                  <a:pt x="6191250" y="51177"/>
                  <a:pt x="6191250" y="114307"/>
                </a:cubicBezTo>
                <a:lnTo>
                  <a:pt x="6191250" y="2190743"/>
                </a:lnTo>
                <a:cubicBezTo>
                  <a:pt x="6191250" y="2253873"/>
                  <a:pt x="6140073" y="2305050"/>
                  <a:pt x="6076943" y="2305050"/>
                </a:cubicBezTo>
                <a:lnTo>
                  <a:pt x="114307" y="2305050"/>
                </a:lnTo>
                <a:cubicBezTo>
                  <a:pt x="51177" y="2305050"/>
                  <a:pt x="0" y="2253873"/>
                  <a:pt x="0" y="21907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20000"/>
                </a:srgbClr>
              </a:gs>
              <a:gs pos="100000">
                <a:srgbClr val="D95B1E">
                  <a:alpha val="5000"/>
                </a:srgbClr>
              </a:gs>
            </a:gsLst>
            <a:lin ang="2700000" scaled="1"/>
          </a:gradFill>
          <a:ln w="127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6744" y="15811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7" name="Text 5"/>
          <p:cNvSpPr/>
          <p:nvPr/>
        </p:nvSpPr>
        <p:spPr>
          <a:xfrm>
            <a:off x="1014413" y="1571625"/>
            <a:ext cx="1962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La Verdad del Negocio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1952625"/>
            <a:ext cx="5962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vendés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 auto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Vendés un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paquete de valor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307431"/>
            <a:ext cx="2886075" cy="571500"/>
          </a:xfrm>
          <a:custGeom>
            <a:avLst/>
            <a:gdLst/>
            <a:ahLst/>
            <a:cxnLst/>
            <a:rect l="l" t="t" r="r" b="b"/>
            <a:pathLst>
              <a:path w="2886075" h="571500">
                <a:moveTo>
                  <a:pt x="76198" y="0"/>
                </a:moveTo>
                <a:lnTo>
                  <a:pt x="2809877" y="0"/>
                </a:lnTo>
                <a:cubicBezTo>
                  <a:pt x="2851960" y="0"/>
                  <a:pt x="2886075" y="34115"/>
                  <a:pt x="2886075" y="76198"/>
                </a:cubicBezTo>
                <a:lnTo>
                  <a:pt x="2886075" y="495302"/>
                </a:lnTo>
                <a:cubicBezTo>
                  <a:pt x="2886075" y="537385"/>
                  <a:pt x="2851960" y="571500"/>
                  <a:pt x="28098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1031" y="249793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1" name="Text 9"/>
          <p:cNvSpPr/>
          <p:nvPr/>
        </p:nvSpPr>
        <p:spPr>
          <a:xfrm>
            <a:off x="933450" y="2383631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Confianza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3450" y="2612231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 el auto está bien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39430" y="2307431"/>
            <a:ext cx="2886075" cy="571500"/>
          </a:xfrm>
          <a:custGeom>
            <a:avLst/>
            <a:gdLst/>
            <a:ahLst/>
            <a:cxnLst/>
            <a:rect l="l" t="t" r="r" b="b"/>
            <a:pathLst>
              <a:path w="2886075" h="571500">
                <a:moveTo>
                  <a:pt x="76198" y="0"/>
                </a:moveTo>
                <a:lnTo>
                  <a:pt x="2809877" y="0"/>
                </a:lnTo>
                <a:cubicBezTo>
                  <a:pt x="2851960" y="0"/>
                  <a:pt x="2886075" y="34115"/>
                  <a:pt x="2886075" y="76198"/>
                </a:cubicBezTo>
                <a:lnTo>
                  <a:pt x="2886075" y="495302"/>
                </a:lnTo>
                <a:cubicBezTo>
                  <a:pt x="2886075" y="537385"/>
                  <a:pt x="2851960" y="571500"/>
                  <a:pt x="28098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63255" y="249793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5" name="Text 13"/>
          <p:cNvSpPr/>
          <p:nvPr/>
        </p:nvSpPr>
        <p:spPr>
          <a:xfrm>
            <a:off x="3929955" y="2383631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Financiación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29955" y="2612231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Cuota que le cierra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2925" y="2993231"/>
            <a:ext cx="2886075" cy="571500"/>
          </a:xfrm>
          <a:custGeom>
            <a:avLst/>
            <a:gdLst/>
            <a:ahLst/>
            <a:cxnLst/>
            <a:rect l="l" t="t" r="r" b="b"/>
            <a:pathLst>
              <a:path w="2886075" h="571500">
                <a:moveTo>
                  <a:pt x="76198" y="0"/>
                </a:moveTo>
                <a:lnTo>
                  <a:pt x="2809877" y="0"/>
                </a:lnTo>
                <a:cubicBezTo>
                  <a:pt x="2851960" y="0"/>
                  <a:pt x="2886075" y="34115"/>
                  <a:pt x="2886075" y="76198"/>
                </a:cubicBezTo>
                <a:lnTo>
                  <a:pt x="2886075" y="495302"/>
                </a:lnTo>
                <a:cubicBezTo>
                  <a:pt x="2886075" y="537385"/>
                  <a:pt x="2851960" y="571500"/>
                  <a:pt x="28098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2938" y="318373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9" name="Text 17"/>
          <p:cNvSpPr/>
          <p:nvPr/>
        </p:nvSpPr>
        <p:spPr>
          <a:xfrm>
            <a:off x="933450" y="3069431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Entrega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3450" y="3298031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Cuánto necesita hoy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39430" y="2993231"/>
            <a:ext cx="2886075" cy="571500"/>
          </a:xfrm>
          <a:custGeom>
            <a:avLst/>
            <a:gdLst/>
            <a:ahLst/>
            <a:cxnLst/>
            <a:rect l="l" t="t" r="r" b="b"/>
            <a:pathLst>
              <a:path w="2886075" h="571500">
                <a:moveTo>
                  <a:pt x="76198" y="0"/>
                </a:moveTo>
                <a:lnTo>
                  <a:pt x="2809877" y="0"/>
                </a:lnTo>
                <a:cubicBezTo>
                  <a:pt x="2851960" y="0"/>
                  <a:pt x="2886075" y="34115"/>
                  <a:pt x="2886075" y="76198"/>
                </a:cubicBezTo>
                <a:lnTo>
                  <a:pt x="2886075" y="495302"/>
                </a:lnTo>
                <a:cubicBezTo>
                  <a:pt x="2886075" y="537385"/>
                  <a:pt x="2851960" y="571500"/>
                  <a:pt x="28098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39443" y="318373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3" name="Text 21"/>
          <p:cNvSpPr/>
          <p:nvPr/>
        </p:nvSpPr>
        <p:spPr>
          <a:xfrm>
            <a:off x="3929955" y="3069431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Toma de Usado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29955" y="3298031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Solución completa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3845719"/>
            <a:ext cx="6191250" cy="1876425"/>
          </a:xfrm>
          <a:custGeom>
            <a:avLst/>
            <a:gdLst/>
            <a:ahLst/>
            <a:cxnLst/>
            <a:rect l="l" t="t" r="r" b="b"/>
            <a:pathLst>
              <a:path w="6191250" h="1876425">
                <a:moveTo>
                  <a:pt x="114293" y="0"/>
                </a:moveTo>
                <a:lnTo>
                  <a:pt x="6076957" y="0"/>
                </a:lnTo>
                <a:cubicBezTo>
                  <a:pt x="6140079" y="0"/>
                  <a:pt x="6191250" y="51171"/>
                  <a:pt x="6191250" y="114293"/>
                </a:cubicBezTo>
                <a:lnTo>
                  <a:pt x="6191250" y="1762132"/>
                </a:lnTo>
                <a:cubicBezTo>
                  <a:pt x="6191250" y="1825254"/>
                  <a:pt x="6140079" y="1876425"/>
                  <a:pt x="6076957" y="1876425"/>
                </a:cubicBezTo>
                <a:lnTo>
                  <a:pt x="114293" y="1876425"/>
                </a:lnTo>
                <a:cubicBezTo>
                  <a:pt x="51171" y="1876425"/>
                  <a:pt x="0" y="1825254"/>
                  <a:pt x="0" y="1762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2925" y="404098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27856" y="49374"/>
                </a:moveTo>
                <a:lnTo>
                  <a:pt x="198090" y="96999"/>
                </a:lnTo>
                <a:cubicBezTo>
                  <a:pt x="196528" y="99492"/>
                  <a:pt x="193849" y="101054"/>
                  <a:pt x="190909" y="101203"/>
                </a:cubicBezTo>
                <a:cubicBezTo>
                  <a:pt x="187970" y="101352"/>
                  <a:pt x="185142" y="100013"/>
                  <a:pt x="183393" y="97631"/>
                </a:cubicBezTo>
                <a:lnTo>
                  <a:pt x="165534" y="73819"/>
                </a:lnTo>
                <a:cubicBezTo>
                  <a:pt x="162558" y="69875"/>
                  <a:pt x="163376" y="64294"/>
                  <a:pt x="167320" y="61317"/>
                </a:cubicBezTo>
                <a:cubicBezTo>
                  <a:pt x="171264" y="58341"/>
                  <a:pt x="176845" y="59159"/>
                  <a:pt x="179822" y="63103"/>
                </a:cubicBezTo>
                <a:lnTo>
                  <a:pt x="189867" y="76498"/>
                </a:lnTo>
                <a:lnTo>
                  <a:pt x="212713" y="39923"/>
                </a:lnTo>
                <a:cubicBezTo>
                  <a:pt x="215317" y="35756"/>
                  <a:pt x="220824" y="34454"/>
                  <a:pt x="225028" y="37095"/>
                </a:cubicBezTo>
                <a:cubicBezTo>
                  <a:pt x="229233" y="39737"/>
                  <a:pt x="230498" y="45207"/>
                  <a:pt x="227856" y="49411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7" name="Text 25"/>
          <p:cNvSpPr/>
          <p:nvPr/>
        </p:nvSpPr>
        <p:spPr>
          <a:xfrm>
            <a:off x="781050" y="4002881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Definimos Lead Bueno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2925" y="43648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9" name="Shape 27"/>
          <p:cNvSpPr/>
          <p:nvPr/>
        </p:nvSpPr>
        <p:spPr>
          <a:xfrm>
            <a:off x="607219" y="442198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85825" y="4345781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 o rango claro: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Sabe qué busca o en qué rango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2925" y="4688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2" name="Shape 30"/>
          <p:cNvSpPr/>
          <p:nvPr/>
        </p:nvSpPr>
        <p:spPr>
          <a:xfrm>
            <a:off x="607219" y="474583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85825" y="4669631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Entrega o cuota objetivo: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Tiene definido su presupuesto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2925" y="50125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5" name="Shape 33"/>
          <p:cNvSpPr/>
          <p:nvPr/>
        </p:nvSpPr>
        <p:spPr>
          <a:xfrm>
            <a:off x="607219" y="506968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85825" y="4993481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Plazo: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Quiere definir en cuántos meses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2925" y="53363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8" name="Shape 36"/>
          <p:cNvSpPr/>
          <p:nvPr/>
        </p:nvSpPr>
        <p:spPr>
          <a:xfrm>
            <a:off x="607219" y="539353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85825" y="5317331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Cuándo puede venir: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Tiene intención de visita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745635" y="1419225"/>
            <a:ext cx="5057775" cy="3790950"/>
          </a:xfrm>
          <a:custGeom>
            <a:avLst/>
            <a:gdLst/>
            <a:ahLst/>
            <a:cxnLst/>
            <a:rect l="l" t="t" r="r" b="b"/>
            <a:pathLst>
              <a:path w="5057775" h="3790950">
                <a:moveTo>
                  <a:pt x="114297" y="0"/>
                </a:moveTo>
                <a:lnTo>
                  <a:pt x="4943478" y="0"/>
                </a:lnTo>
                <a:cubicBezTo>
                  <a:pt x="5006560" y="0"/>
                  <a:pt x="5057775" y="51215"/>
                  <a:pt x="5057775" y="114297"/>
                </a:cubicBezTo>
                <a:lnTo>
                  <a:pt x="5057775" y="3676653"/>
                </a:lnTo>
                <a:cubicBezTo>
                  <a:pt x="5057775" y="3739735"/>
                  <a:pt x="5006560" y="3790950"/>
                  <a:pt x="4943478" y="3790950"/>
                </a:cubicBezTo>
                <a:lnTo>
                  <a:pt x="114297" y="3790950"/>
                </a:lnTo>
                <a:cubicBezTo>
                  <a:pt x="51215" y="3790950"/>
                  <a:pt x="0" y="3739735"/>
                  <a:pt x="0" y="36766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A1A1A"/>
          </a:solidFill>
          <a:ln w="254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9935" y="1581150"/>
            <a:ext cx="482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¿Por Qué Esto Importa?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907560" y="1962150"/>
            <a:ext cx="4733925" cy="723900"/>
          </a:xfrm>
          <a:custGeom>
            <a:avLst/>
            <a:gdLst/>
            <a:ahLst/>
            <a:cxnLst/>
            <a:rect l="l" t="t" r="r" b="b"/>
            <a:pathLst>
              <a:path w="4733925" h="723900">
                <a:moveTo>
                  <a:pt x="76198" y="0"/>
                </a:moveTo>
                <a:lnTo>
                  <a:pt x="4657727" y="0"/>
                </a:lnTo>
                <a:cubicBezTo>
                  <a:pt x="4699782" y="0"/>
                  <a:pt x="4733925" y="34143"/>
                  <a:pt x="4733925" y="76198"/>
                </a:cubicBezTo>
                <a:lnTo>
                  <a:pt x="4733925" y="647702"/>
                </a:lnTo>
                <a:cubicBezTo>
                  <a:pt x="4733925" y="689757"/>
                  <a:pt x="4699782" y="723900"/>
                  <a:pt x="46577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050435" y="2133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44" name="Text 42"/>
          <p:cNvSpPr/>
          <p:nvPr/>
        </p:nvSpPr>
        <p:spPr>
          <a:xfrm>
            <a:off x="7269510" y="2076450"/>
            <a:ext cx="4333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cliente no llega buscando un auto. Llega buscando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una solución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907560" y="2800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95B1E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02810" y="28765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47" name="Text 45"/>
          <p:cNvSpPr/>
          <p:nvPr/>
        </p:nvSpPr>
        <p:spPr>
          <a:xfrm>
            <a:off x="7326660" y="2838450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 malo: "Quiero ver autos"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907560" y="3257550"/>
            <a:ext cx="276225" cy="304800"/>
          </a:xfrm>
          <a:custGeom>
            <a:avLst/>
            <a:gdLst/>
            <a:ahLst/>
            <a:cxnLst/>
            <a:rect l="l" t="t" r="r" b="b"/>
            <a:pathLst>
              <a:path w="276225" h="304800">
                <a:moveTo>
                  <a:pt x="138113" y="0"/>
                </a:moveTo>
                <a:lnTo>
                  <a:pt x="138113" y="0"/>
                </a:lnTo>
                <a:cubicBezTo>
                  <a:pt x="214339" y="0"/>
                  <a:pt x="276225" y="61886"/>
                  <a:pt x="276225" y="138113"/>
                </a:cubicBezTo>
                <a:lnTo>
                  <a:pt x="276225" y="166688"/>
                </a:lnTo>
                <a:cubicBezTo>
                  <a:pt x="276225" y="242914"/>
                  <a:pt x="214339" y="304800"/>
                  <a:pt x="138113" y="304800"/>
                </a:cubicBezTo>
                <a:lnTo>
                  <a:pt x="138113" y="304800"/>
                </a:lnTo>
                <a:cubicBezTo>
                  <a:pt x="61886" y="304800"/>
                  <a:pt x="0" y="242914"/>
                  <a:pt x="0" y="166688"/>
                </a:cubicBezTo>
                <a:lnTo>
                  <a:pt x="0" y="138113"/>
                </a:lnTo>
                <a:cubicBezTo>
                  <a:pt x="0" y="61886"/>
                  <a:pt x="61886" y="0"/>
                  <a:pt x="138112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49" name="Shape 47"/>
          <p:cNvSpPr/>
          <p:nvPr/>
        </p:nvSpPr>
        <p:spPr>
          <a:xfrm>
            <a:off x="6980486" y="33337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301210" y="3181350"/>
            <a:ext cx="4410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 bueno: "Busco SUV, cuota 300, entrega 5000, vengo mañana"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736110" y="5334000"/>
            <a:ext cx="5076825" cy="1143000"/>
          </a:xfrm>
          <a:custGeom>
            <a:avLst/>
            <a:gdLst/>
            <a:ahLst/>
            <a:cxnLst/>
            <a:rect l="l" t="t" r="r" b="b"/>
            <a:pathLst>
              <a:path w="5076825" h="1143000">
                <a:moveTo>
                  <a:pt x="114300" y="0"/>
                </a:moveTo>
                <a:lnTo>
                  <a:pt x="4962525" y="0"/>
                </a:lnTo>
                <a:cubicBezTo>
                  <a:pt x="5025609" y="0"/>
                  <a:pt x="5076825" y="51216"/>
                  <a:pt x="5076825" y="114300"/>
                </a:cubicBezTo>
                <a:lnTo>
                  <a:pt x="5076825" y="1028700"/>
                </a:lnTo>
                <a:cubicBezTo>
                  <a:pt x="5076825" y="1091784"/>
                  <a:pt x="5025609" y="1143000"/>
                  <a:pt x="4962525" y="1143000"/>
                </a:cubicBezTo>
                <a:lnTo>
                  <a:pt x="114300" y="1143000"/>
                </a:lnTo>
                <a:cubicBezTo>
                  <a:pt x="51216" y="1143000"/>
                  <a:pt x="0" y="1091784"/>
                  <a:pt x="0" y="1028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30000"/>
                </a:srgbClr>
              </a:gs>
              <a:gs pos="100000">
                <a:srgbClr val="D95B1E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52" name="Shape 50"/>
          <p:cNvSpPr/>
          <p:nvPr/>
        </p:nvSpPr>
        <p:spPr>
          <a:xfrm>
            <a:off x="6917085" y="5505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53" name="Text 51"/>
          <p:cNvSpPr/>
          <p:nvPr/>
        </p:nvSpPr>
        <p:spPr>
          <a:xfrm>
            <a:off x="7288560" y="548640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Enfoque Correcto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88510" y="5829300"/>
            <a:ext cx="4848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Tu contenido y tus anuncios deben hablar 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soluciones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no de características del auto.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MÉTRICAS QUE IMPORTAN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KPIs Que Vamos a Mirar Desde Hoy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0668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 no medís esto, no sabés si la publi funciona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09700"/>
            <a:ext cx="6743700" cy="1143000"/>
          </a:xfrm>
          <a:custGeom>
            <a:avLst/>
            <a:gdLst/>
            <a:ahLst/>
            <a:cxnLst/>
            <a:rect l="l" t="t" r="r" b="b"/>
            <a:pathLst>
              <a:path w="6743700" h="1143000">
                <a:moveTo>
                  <a:pt x="381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028700"/>
                </a:lnTo>
                <a:cubicBezTo>
                  <a:pt x="6743700" y="1091784"/>
                  <a:pt x="6692484" y="1143000"/>
                  <a:pt x="6629400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4097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8" name="Shape 6"/>
          <p:cNvSpPr/>
          <p:nvPr/>
        </p:nvSpPr>
        <p:spPr>
          <a:xfrm>
            <a:off x="740569" y="1733550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600200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Costo por Lead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866900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¿Cuánto pagás por cada contacto?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1646" y="1562100"/>
            <a:ext cx="733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Meta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99746" y="1866900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 $15-25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171700"/>
            <a:ext cx="649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Incluye mensajes WhatsApp + formularios completados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2667000"/>
            <a:ext cx="6743700" cy="1143000"/>
          </a:xfrm>
          <a:custGeom>
            <a:avLst/>
            <a:gdLst/>
            <a:ahLst/>
            <a:cxnLst/>
            <a:rect l="l" t="t" r="r" b="b"/>
            <a:pathLst>
              <a:path w="6743700" h="1143000">
                <a:moveTo>
                  <a:pt x="381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028700"/>
                </a:lnTo>
                <a:cubicBezTo>
                  <a:pt x="6743700" y="1091784"/>
                  <a:pt x="6692484" y="1143000"/>
                  <a:pt x="6629400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400050" y="2667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" y="285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7" name="Shape 15"/>
          <p:cNvSpPr/>
          <p:nvPr/>
        </p:nvSpPr>
        <p:spPr>
          <a:xfrm>
            <a:off x="716756" y="2990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114746" y="85092"/>
                </a:moveTo>
                <a:cubicBezTo>
                  <a:pt x="117351" y="80925"/>
                  <a:pt x="116086" y="75419"/>
                  <a:pt x="111919" y="72777"/>
                </a:cubicBezTo>
                <a:cubicBezTo>
                  <a:pt x="107752" y="70135"/>
                  <a:pt x="102245" y="71438"/>
                  <a:pt x="99603" y="75605"/>
                </a:cubicBezTo>
                <a:lnTo>
                  <a:pt x="76758" y="112179"/>
                </a:lnTo>
                <a:lnTo>
                  <a:pt x="66712" y="98785"/>
                </a:lnTo>
                <a:cubicBezTo>
                  <a:pt x="63736" y="94841"/>
                  <a:pt x="58155" y="94022"/>
                  <a:pt x="54211" y="96999"/>
                </a:cubicBezTo>
                <a:cubicBezTo>
                  <a:pt x="50267" y="99975"/>
                  <a:pt x="49448" y="105556"/>
                  <a:pt x="52425" y="109500"/>
                </a:cubicBezTo>
                <a:lnTo>
                  <a:pt x="70284" y="133313"/>
                </a:lnTo>
                <a:cubicBezTo>
                  <a:pt x="72033" y="135657"/>
                  <a:pt x="74861" y="136996"/>
                  <a:pt x="77800" y="136885"/>
                </a:cubicBezTo>
                <a:cubicBezTo>
                  <a:pt x="80739" y="136773"/>
                  <a:pt x="83418" y="135210"/>
                  <a:pt x="84981" y="132680"/>
                </a:cubicBezTo>
                <a:lnTo>
                  <a:pt x="114746" y="8505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2857500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% Lead a Cita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12420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¿Cuántos agendan visita?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21028" y="2819400"/>
            <a:ext cx="67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Meta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9128" y="3124200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20-30%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3429000"/>
            <a:ext cx="649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Mide calidad de leads + velocidad de respuesta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3924300"/>
            <a:ext cx="6743700" cy="1143000"/>
          </a:xfrm>
          <a:custGeom>
            <a:avLst/>
            <a:gdLst/>
            <a:ahLst/>
            <a:cxnLst/>
            <a:rect l="l" t="t" r="r" b="b"/>
            <a:pathLst>
              <a:path w="6743700" h="1143000">
                <a:moveTo>
                  <a:pt x="381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028700"/>
                </a:lnTo>
                <a:cubicBezTo>
                  <a:pt x="6743700" y="1091784"/>
                  <a:pt x="6692484" y="1143000"/>
                  <a:pt x="6629400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400050" y="39243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5" name="Shape 23"/>
          <p:cNvSpPr/>
          <p:nvPr/>
        </p:nvSpPr>
        <p:spPr>
          <a:xfrm>
            <a:off x="571500" y="411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6" name="Shape 24"/>
          <p:cNvSpPr/>
          <p:nvPr/>
        </p:nvSpPr>
        <p:spPr>
          <a:xfrm>
            <a:off x="728663" y="42481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29766"/>
                </a:moveTo>
                <a:cubicBezTo>
                  <a:pt x="82937" y="29766"/>
                  <a:pt x="92273" y="20429"/>
                  <a:pt x="92273" y="8930"/>
                </a:cubicBezTo>
                <a:cubicBezTo>
                  <a:pt x="92273" y="-2570"/>
                  <a:pt x="82937" y="-11906"/>
                  <a:pt x="71438" y="-11906"/>
                </a:cubicBezTo>
                <a:cubicBezTo>
                  <a:pt x="59938" y="-11906"/>
                  <a:pt x="50602" y="-2570"/>
                  <a:pt x="50602" y="8930"/>
                </a:cubicBezTo>
                <a:cubicBezTo>
                  <a:pt x="50602" y="20429"/>
                  <a:pt x="59938" y="29766"/>
                  <a:pt x="71438" y="29766"/>
                </a:cubicBezTo>
                <a:close/>
                <a:moveTo>
                  <a:pt x="39216" y="84795"/>
                </a:moveTo>
                <a:lnTo>
                  <a:pt x="47625" y="76386"/>
                </a:lnTo>
                <a:lnTo>
                  <a:pt x="47625" y="102171"/>
                </a:lnTo>
                <a:cubicBezTo>
                  <a:pt x="47625" y="112588"/>
                  <a:pt x="52164" y="122523"/>
                  <a:pt x="60089" y="129294"/>
                </a:cubicBezTo>
                <a:lnTo>
                  <a:pt x="86655" y="152065"/>
                </a:lnTo>
                <a:cubicBezTo>
                  <a:pt x="88850" y="153963"/>
                  <a:pt x="90301" y="156567"/>
                  <a:pt x="90711" y="159432"/>
                </a:cubicBezTo>
                <a:lnTo>
                  <a:pt x="95399" y="192212"/>
                </a:lnTo>
                <a:cubicBezTo>
                  <a:pt x="96329" y="198723"/>
                  <a:pt x="102357" y="203262"/>
                  <a:pt x="108868" y="202332"/>
                </a:cubicBezTo>
                <a:cubicBezTo>
                  <a:pt x="115379" y="201402"/>
                  <a:pt x="119918" y="195374"/>
                  <a:pt x="118988" y="188863"/>
                </a:cubicBezTo>
                <a:lnTo>
                  <a:pt x="114300" y="156083"/>
                </a:lnTo>
                <a:cubicBezTo>
                  <a:pt x="113072" y="147489"/>
                  <a:pt x="108756" y="139675"/>
                  <a:pt x="102171" y="134020"/>
                </a:cubicBezTo>
                <a:lnTo>
                  <a:pt x="89334" y="123006"/>
                </a:lnTo>
                <a:lnTo>
                  <a:pt x="89334" y="80144"/>
                </a:lnTo>
                <a:lnTo>
                  <a:pt x="90748" y="81893"/>
                </a:lnTo>
                <a:cubicBezTo>
                  <a:pt x="97520" y="90376"/>
                  <a:pt x="107789" y="95287"/>
                  <a:pt x="118653" y="95287"/>
                </a:cubicBezTo>
                <a:lnTo>
                  <a:pt x="131006" y="95287"/>
                </a:lnTo>
                <a:cubicBezTo>
                  <a:pt x="137592" y="95287"/>
                  <a:pt x="142912" y="89967"/>
                  <a:pt x="142912" y="83381"/>
                </a:cubicBezTo>
                <a:cubicBezTo>
                  <a:pt x="142912" y="76795"/>
                  <a:pt x="137592" y="71475"/>
                  <a:pt x="131006" y="71475"/>
                </a:cubicBezTo>
                <a:lnTo>
                  <a:pt x="118653" y="71475"/>
                </a:lnTo>
                <a:cubicBezTo>
                  <a:pt x="115044" y="71475"/>
                  <a:pt x="111621" y="69838"/>
                  <a:pt x="109351" y="67010"/>
                </a:cubicBezTo>
                <a:lnTo>
                  <a:pt x="102691" y="58675"/>
                </a:lnTo>
                <a:cubicBezTo>
                  <a:pt x="94134" y="47960"/>
                  <a:pt x="81149" y="41709"/>
                  <a:pt x="67419" y="41709"/>
                </a:cubicBezTo>
                <a:cubicBezTo>
                  <a:pt x="55438" y="41709"/>
                  <a:pt x="43942" y="46472"/>
                  <a:pt x="35496" y="54955"/>
                </a:cubicBezTo>
                <a:lnTo>
                  <a:pt x="22361" y="67940"/>
                </a:lnTo>
                <a:cubicBezTo>
                  <a:pt x="15664" y="74637"/>
                  <a:pt x="11906" y="83716"/>
                  <a:pt x="11906" y="93204"/>
                </a:cubicBezTo>
                <a:lnTo>
                  <a:pt x="11906" y="107156"/>
                </a:lnTo>
                <a:cubicBezTo>
                  <a:pt x="11906" y="113742"/>
                  <a:pt x="17227" y="119063"/>
                  <a:pt x="23812" y="119063"/>
                </a:cubicBezTo>
                <a:cubicBezTo>
                  <a:pt x="30398" y="119063"/>
                  <a:pt x="35719" y="113742"/>
                  <a:pt x="35719" y="107156"/>
                </a:cubicBezTo>
                <a:lnTo>
                  <a:pt x="35719" y="93204"/>
                </a:lnTo>
                <a:cubicBezTo>
                  <a:pt x="35719" y="90041"/>
                  <a:pt x="36984" y="87027"/>
                  <a:pt x="39216" y="84795"/>
                </a:cubicBezTo>
                <a:close/>
                <a:moveTo>
                  <a:pt x="43830" y="151544"/>
                </a:moveTo>
                <a:cubicBezTo>
                  <a:pt x="43272" y="153479"/>
                  <a:pt x="42230" y="155265"/>
                  <a:pt x="40816" y="156679"/>
                </a:cubicBezTo>
                <a:lnTo>
                  <a:pt x="15404" y="182091"/>
                </a:lnTo>
                <a:cubicBezTo>
                  <a:pt x="10753" y="186742"/>
                  <a:pt x="10753" y="194295"/>
                  <a:pt x="15404" y="198946"/>
                </a:cubicBezTo>
                <a:cubicBezTo>
                  <a:pt x="20055" y="203597"/>
                  <a:pt x="27608" y="203597"/>
                  <a:pt x="32258" y="198946"/>
                </a:cubicBezTo>
                <a:lnTo>
                  <a:pt x="57671" y="173534"/>
                </a:lnTo>
                <a:cubicBezTo>
                  <a:pt x="61950" y="169255"/>
                  <a:pt x="65075" y="163934"/>
                  <a:pt x="66749" y="158093"/>
                </a:cubicBezTo>
                <a:lnTo>
                  <a:pt x="67568" y="155265"/>
                </a:lnTo>
                <a:lnTo>
                  <a:pt x="50453" y="140605"/>
                </a:lnTo>
                <a:cubicBezTo>
                  <a:pt x="49523" y="139787"/>
                  <a:pt x="48592" y="138968"/>
                  <a:pt x="47699" y="138075"/>
                </a:cubicBezTo>
                <a:lnTo>
                  <a:pt x="43830" y="15154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4114800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% Cita a Visita Real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" y="4381500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¿Cuántos realmente vienen?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25791" y="407670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Meta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63891" y="4381500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60-70%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1500" y="4686300"/>
            <a:ext cx="649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Mide confirmación efectiva + recordatorios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0050" y="5181600"/>
            <a:ext cx="6743700" cy="1143000"/>
          </a:xfrm>
          <a:custGeom>
            <a:avLst/>
            <a:gdLst/>
            <a:ahLst/>
            <a:cxnLst/>
            <a:rect l="l" t="t" r="r" b="b"/>
            <a:pathLst>
              <a:path w="6743700" h="1143000">
                <a:moveTo>
                  <a:pt x="381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028700"/>
                </a:lnTo>
                <a:cubicBezTo>
                  <a:pt x="6743700" y="1091784"/>
                  <a:pt x="6692484" y="1143000"/>
                  <a:pt x="6629400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3" name="Shape 31"/>
          <p:cNvSpPr/>
          <p:nvPr/>
        </p:nvSpPr>
        <p:spPr>
          <a:xfrm>
            <a:off x="400050" y="51816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4" name="Shape 32"/>
          <p:cNvSpPr/>
          <p:nvPr/>
        </p:nvSpPr>
        <p:spPr>
          <a:xfrm>
            <a:off x="571500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5" name="Shape 33"/>
          <p:cNvSpPr/>
          <p:nvPr/>
        </p:nvSpPr>
        <p:spPr>
          <a:xfrm>
            <a:off x="692944" y="55054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143000" y="5372100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% Visita a Venta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43000" y="5638800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¿Cuántos compran?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59872" y="5334000"/>
            <a:ext cx="63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Meta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97972" y="5638800"/>
            <a:ext cx="600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15-25%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1500" y="5943600"/>
            <a:ext cx="649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Mide proceso de venta + calidad de stock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09545" y="1419225"/>
            <a:ext cx="4495800" cy="3790950"/>
          </a:xfrm>
          <a:custGeom>
            <a:avLst/>
            <a:gdLst/>
            <a:ahLst/>
            <a:cxnLst/>
            <a:rect l="l" t="t" r="r" b="b"/>
            <a:pathLst>
              <a:path w="4495800" h="3790950">
                <a:moveTo>
                  <a:pt x="114297" y="0"/>
                </a:moveTo>
                <a:lnTo>
                  <a:pt x="4381503" y="0"/>
                </a:lnTo>
                <a:cubicBezTo>
                  <a:pt x="4444585" y="0"/>
                  <a:pt x="4495800" y="51215"/>
                  <a:pt x="4495800" y="114297"/>
                </a:cubicBezTo>
                <a:lnTo>
                  <a:pt x="4495800" y="3676653"/>
                </a:lnTo>
                <a:cubicBezTo>
                  <a:pt x="4495800" y="3739735"/>
                  <a:pt x="4444585" y="3790950"/>
                  <a:pt x="4381503" y="3790950"/>
                </a:cubicBezTo>
                <a:lnTo>
                  <a:pt x="114297" y="3790950"/>
                </a:lnTo>
                <a:cubicBezTo>
                  <a:pt x="51215" y="3790950"/>
                  <a:pt x="0" y="3739735"/>
                  <a:pt x="0" y="36766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A1A1A"/>
          </a:solidFill>
          <a:ln w="254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23845" y="1581150"/>
            <a:ext cx="426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Funnel de Conversión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71470" y="1962150"/>
            <a:ext cx="4171950" cy="457200"/>
          </a:xfrm>
          <a:custGeom>
            <a:avLst/>
            <a:gdLst/>
            <a:ahLst/>
            <a:cxnLst/>
            <a:rect l="l" t="t" r="r" b="b"/>
            <a:pathLst>
              <a:path w="4171950" h="457200">
                <a:moveTo>
                  <a:pt x="76202" y="0"/>
                </a:moveTo>
                <a:lnTo>
                  <a:pt x="4095748" y="0"/>
                </a:lnTo>
                <a:cubicBezTo>
                  <a:pt x="4137833" y="0"/>
                  <a:pt x="4171950" y="34117"/>
                  <a:pt x="4171950" y="76202"/>
                </a:cubicBezTo>
                <a:lnTo>
                  <a:pt x="4171950" y="380998"/>
                </a:lnTo>
                <a:cubicBezTo>
                  <a:pt x="4171950" y="423083"/>
                  <a:pt x="4137833" y="457200"/>
                  <a:pt x="4095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/>
              </a:gs>
              <a:gs pos="100000">
                <a:srgbClr val="D95B1E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4" name="Text 42"/>
          <p:cNvSpPr/>
          <p:nvPr/>
        </p:nvSpPr>
        <p:spPr>
          <a:xfrm>
            <a:off x="7623870" y="2076450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100 Leads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463808" y="2095500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$2,000 inversión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493597" y="24384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47" name="Shape 45"/>
          <p:cNvSpPr/>
          <p:nvPr/>
        </p:nvSpPr>
        <p:spPr>
          <a:xfrm>
            <a:off x="7623870" y="2647950"/>
            <a:ext cx="3867150" cy="457200"/>
          </a:xfrm>
          <a:custGeom>
            <a:avLst/>
            <a:gdLst/>
            <a:ahLst/>
            <a:cxnLst/>
            <a:rect l="l" t="t" r="r" b="b"/>
            <a:pathLst>
              <a:path w="3867150" h="457200">
                <a:moveTo>
                  <a:pt x="76202" y="0"/>
                </a:moveTo>
                <a:lnTo>
                  <a:pt x="3790948" y="0"/>
                </a:lnTo>
                <a:cubicBezTo>
                  <a:pt x="3833033" y="0"/>
                  <a:pt x="3867150" y="34117"/>
                  <a:pt x="3867150" y="76202"/>
                </a:cubicBezTo>
                <a:lnTo>
                  <a:pt x="3867150" y="380998"/>
                </a:lnTo>
                <a:cubicBezTo>
                  <a:pt x="3867150" y="423083"/>
                  <a:pt x="3833033" y="457200"/>
                  <a:pt x="37909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/>
              </a:gs>
              <a:gs pos="100000">
                <a:srgbClr val="4A6C8C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8" name="Text 46"/>
          <p:cNvSpPr/>
          <p:nvPr/>
        </p:nvSpPr>
        <p:spPr>
          <a:xfrm>
            <a:off x="7776270" y="2762250"/>
            <a:ext cx="504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25 Citas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368558" y="278130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25% conversión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493597" y="31242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51" name="Shape 49"/>
          <p:cNvSpPr/>
          <p:nvPr/>
        </p:nvSpPr>
        <p:spPr>
          <a:xfrm>
            <a:off x="7776270" y="3333750"/>
            <a:ext cx="3562350" cy="457200"/>
          </a:xfrm>
          <a:custGeom>
            <a:avLst/>
            <a:gdLst/>
            <a:ahLst/>
            <a:cxnLst/>
            <a:rect l="l" t="t" r="r" b="b"/>
            <a:pathLst>
              <a:path w="3562350" h="457200">
                <a:moveTo>
                  <a:pt x="76202" y="0"/>
                </a:moveTo>
                <a:lnTo>
                  <a:pt x="3486148" y="0"/>
                </a:lnTo>
                <a:cubicBezTo>
                  <a:pt x="3528233" y="0"/>
                  <a:pt x="3562350" y="34117"/>
                  <a:pt x="3562350" y="76202"/>
                </a:cubicBezTo>
                <a:lnTo>
                  <a:pt x="3562350" y="380998"/>
                </a:lnTo>
                <a:cubicBezTo>
                  <a:pt x="3562350" y="423083"/>
                  <a:pt x="3528233" y="457200"/>
                  <a:pt x="34861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/>
              </a:gs>
              <a:gs pos="100000">
                <a:srgbClr val="788A9C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52" name="Text 50"/>
          <p:cNvSpPr/>
          <p:nvPr/>
        </p:nvSpPr>
        <p:spPr>
          <a:xfrm>
            <a:off x="7928670" y="344805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17 Visitas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269736" y="3467100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68% asistencia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493597" y="38100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55" name="Shape 53"/>
          <p:cNvSpPr/>
          <p:nvPr/>
        </p:nvSpPr>
        <p:spPr>
          <a:xfrm>
            <a:off x="7928670" y="4019550"/>
            <a:ext cx="3257550" cy="457200"/>
          </a:xfrm>
          <a:custGeom>
            <a:avLst/>
            <a:gdLst/>
            <a:ahLst/>
            <a:cxnLst/>
            <a:rect l="l" t="t" r="r" b="b"/>
            <a:pathLst>
              <a:path w="3257550" h="457200">
                <a:moveTo>
                  <a:pt x="76202" y="0"/>
                </a:moveTo>
                <a:lnTo>
                  <a:pt x="3181348" y="0"/>
                </a:lnTo>
                <a:cubicBezTo>
                  <a:pt x="3223433" y="0"/>
                  <a:pt x="3257550" y="34117"/>
                  <a:pt x="3257550" y="76202"/>
                </a:cubicBezTo>
                <a:lnTo>
                  <a:pt x="3257550" y="380998"/>
                </a:lnTo>
                <a:cubicBezTo>
                  <a:pt x="3257550" y="423083"/>
                  <a:pt x="3223433" y="457200"/>
                  <a:pt x="31813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/>
              </a:gs>
              <a:gs pos="100000">
                <a:srgbClr val="D95B1E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56" name="Text 54"/>
          <p:cNvSpPr/>
          <p:nvPr/>
        </p:nvSpPr>
        <p:spPr>
          <a:xfrm>
            <a:off x="8081070" y="4133850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 Ventas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395198" y="4152900"/>
            <a:ext cx="70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18% cierre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471470" y="4591050"/>
            <a:ext cx="4171950" cy="457200"/>
          </a:xfrm>
          <a:custGeom>
            <a:avLst/>
            <a:gdLst/>
            <a:ahLst/>
            <a:cxnLst/>
            <a:rect l="l" t="t" r="r" b="b"/>
            <a:pathLst>
              <a:path w="4171950" h="457200">
                <a:moveTo>
                  <a:pt x="76202" y="0"/>
                </a:moveTo>
                <a:lnTo>
                  <a:pt x="4095748" y="0"/>
                </a:lnTo>
                <a:cubicBezTo>
                  <a:pt x="4137833" y="0"/>
                  <a:pt x="4171950" y="34117"/>
                  <a:pt x="4171950" y="76202"/>
                </a:cubicBezTo>
                <a:lnTo>
                  <a:pt x="4171950" y="380998"/>
                </a:lnTo>
                <a:cubicBezTo>
                  <a:pt x="4171950" y="423083"/>
                  <a:pt x="4137833" y="457200"/>
                  <a:pt x="4095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5B1E">
              <a:alpha val="1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547670" y="4705350"/>
            <a:ext cx="401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CPA: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$667 por venta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300020" y="5334000"/>
            <a:ext cx="4514850" cy="1143000"/>
          </a:xfrm>
          <a:custGeom>
            <a:avLst/>
            <a:gdLst/>
            <a:ahLst/>
            <a:cxnLst/>
            <a:rect l="l" t="t" r="r" b="b"/>
            <a:pathLst>
              <a:path w="4514850" h="1143000">
                <a:moveTo>
                  <a:pt x="114300" y="0"/>
                </a:moveTo>
                <a:lnTo>
                  <a:pt x="4400550" y="0"/>
                </a:lnTo>
                <a:cubicBezTo>
                  <a:pt x="4463634" y="0"/>
                  <a:pt x="4514850" y="51216"/>
                  <a:pt x="4514850" y="114300"/>
                </a:cubicBezTo>
                <a:lnTo>
                  <a:pt x="4514850" y="1028700"/>
                </a:lnTo>
                <a:cubicBezTo>
                  <a:pt x="4514850" y="1091784"/>
                  <a:pt x="4463634" y="1143000"/>
                  <a:pt x="4400550" y="1143000"/>
                </a:cubicBezTo>
                <a:lnTo>
                  <a:pt x="114300" y="1143000"/>
                </a:lnTo>
                <a:cubicBezTo>
                  <a:pt x="51216" y="1143000"/>
                  <a:pt x="0" y="1091784"/>
                  <a:pt x="0" y="1028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30000"/>
                </a:srgbClr>
              </a:gs>
              <a:gs pos="100000">
                <a:srgbClr val="D95B1E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1" name="Shape 59"/>
          <p:cNvSpPr/>
          <p:nvPr/>
        </p:nvSpPr>
        <p:spPr>
          <a:xfrm>
            <a:off x="7480995" y="5505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62" name="Text 60"/>
          <p:cNvSpPr/>
          <p:nvPr/>
        </p:nvSpPr>
        <p:spPr>
          <a:xfrm>
            <a:off x="7852470" y="5486400"/>
            <a:ext cx="87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Regla de Oro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452420" y="5829300"/>
            <a:ext cx="4286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 solo mirás "cuántos leads llegan", estás volando ciego. Mirá el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funnel completo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MINUTO 10-45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Contenido Que Funciona en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0668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Tendencias fuertes y pilares de contenido para autos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414463"/>
            <a:ext cx="5067300" cy="3362325"/>
          </a:xfrm>
          <a:custGeom>
            <a:avLst/>
            <a:gdLst/>
            <a:ahLst/>
            <a:cxnLst/>
            <a:rect l="l" t="t" r="r" b="b"/>
            <a:pathLst>
              <a:path w="5067300" h="3362325">
                <a:moveTo>
                  <a:pt x="114285" y="0"/>
                </a:moveTo>
                <a:lnTo>
                  <a:pt x="4953015" y="0"/>
                </a:lnTo>
                <a:cubicBezTo>
                  <a:pt x="5016133" y="0"/>
                  <a:pt x="5067300" y="51167"/>
                  <a:pt x="5067300" y="114285"/>
                </a:cubicBezTo>
                <a:lnTo>
                  <a:pt x="5067300" y="3248040"/>
                </a:lnTo>
                <a:cubicBezTo>
                  <a:pt x="5067300" y="3311158"/>
                  <a:pt x="5016133" y="3362325"/>
                  <a:pt x="4953015" y="3362325"/>
                </a:cubicBezTo>
                <a:lnTo>
                  <a:pt x="114285" y="3362325"/>
                </a:lnTo>
                <a:cubicBezTo>
                  <a:pt x="51167" y="3362325"/>
                  <a:pt x="0" y="3311158"/>
                  <a:pt x="0" y="3248040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20000"/>
                </a:srgbClr>
              </a:gs>
              <a:gs pos="100000">
                <a:srgbClr val="D95B1E">
                  <a:alpha val="5000"/>
                </a:srgbClr>
              </a:gs>
            </a:gsLst>
            <a:lin ang="2700000" scaled="1"/>
          </a:gradFill>
          <a:ln w="127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5811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7" name="Text 5"/>
          <p:cNvSpPr/>
          <p:nvPr/>
        </p:nvSpPr>
        <p:spPr>
          <a:xfrm>
            <a:off x="1014413" y="1571625"/>
            <a:ext cx="1504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Tendencias 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2925" y="1990725"/>
            <a:ext cx="4752975" cy="723900"/>
          </a:xfrm>
          <a:custGeom>
            <a:avLst/>
            <a:gdLst/>
            <a:ahLst/>
            <a:cxnLst/>
            <a:rect l="l" t="t" r="r" b="b"/>
            <a:pathLst>
              <a:path w="4752975" h="723900">
                <a:moveTo>
                  <a:pt x="76198" y="0"/>
                </a:moveTo>
                <a:lnTo>
                  <a:pt x="4676777" y="0"/>
                </a:lnTo>
                <a:cubicBezTo>
                  <a:pt x="4718832" y="0"/>
                  <a:pt x="4752975" y="34143"/>
                  <a:pt x="4752975" y="76198"/>
                </a:cubicBezTo>
                <a:lnTo>
                  <a:pt x="4752975" y="647702"/>
                </a:lnTo>
                <a:cubicBezTo>
                  <a:pt x="4752975" y="689757"/>
                  <a:pt x="4718832" y="723900"/>
                  <a:pt x="46767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1038" y="2143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0" name="Text 8"/>
          <p:cNvSpPr/>
          <p:nvPr/>
        </p:nvSpPr>
        <p:spPr>
          <a:xfrm>
            <a:off x="1009650" y="2105025"/>
            <a:ext cx="4048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Más Autenticidad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9650" y="2371725"/>
            <a:ext cx="4048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Menos "publicidad perfecta", más contenido nativo y real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2828925"/>
            <a:ext cx="4752975" cy="952500"/>
          </a:xfrm>
          <a:custGeom>
            <a:avLst/>
            <a:gdLst/>
            <a:ahLst/>
            <a:cxnLst/>
            <a:rect l="l" t="t" r="r" b="b"/>
            <a:pathLst>
              <a:path w="4752975" h="952500">
                <a:moveTo>
                  <a:pt x="76200" y="0"/>
                </a:moveTo>
                <a:lnTo>
                  <a:pt x="4676775" y="0"/>
                </a:lnTo>
                <a:cubicBezTo>
                  <a:pt x="4718831" y="0"/>
                  <a:pt x="4752975" y="34144"/>
                  <a:pt x="4752975" y="76200"/>
                </a:cubicBezTo>
                <a:lnTo>
                  <a:pt x="4752975" y="876300"/>
                </a:lnTo>
                <a:cubicBezTo>
                  <a:pt x="4752975" y="918356"/>
                  <a:pt x="4718831" y="952500"/>
                  <a:pt x="46767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1038" y="2981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7715" y="2943225"/>
            <a:ext cx="424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Discovery y Curiosidad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7715" y="3209925"/>
            <a:ext cx="4248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Motor del alcance orgánico (alineado con TikTok Next 2026)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2925" y="3895725"/>
            <a:ext cx="4752975" cy="723900"/>
          </a:xfrm>
          <a:custGeom>
            <a:avLst/>
            <a:gdLst/>
            <a:ahLst/>
            <a:cxnLst/>
            <a:rect l="l" t="t" r="r" b="b"/>
            <a:pathLst>
              <a:path w="4752975" h="723900">
                <a:moveTo>
                  <a:pt x="76198" y="0"/>
                </a:moveTo>
                <a:lnTo>
                  <a:pt x="4676777" y="0"/>
                </a:lnTo>
                <a:cubicBezTo>
                  <a:pt x="4718832" y="0"/>
                  <a:pt x="4752975" y="34143"/>
                  <a:pt x="4752975" y="76198"/>
                </a:cubicBezTo>
                <a:lnTo>
                  <a:pt x="4752975" y="647702"/>
                </a:lnTo>
                <a:cubicBezTo>
                  <a:pt x="4752975" y="689757"/>
                  <a:pt x="4718832" y="723900"/>
                  <a:pt x="46767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1038" y="4048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9650" y="4010025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Video Vertical Dominante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9650" y="4276725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9:16 es el estándar, 20-35 segundos ideal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4900613"/>
            <a:ext cx="5067300" cy="1400175"/>
          </a:xfrm>
          <a:custGeom>
            <a:avLst/>
            <a:gdLst/>
            <a:ahLst/>
            <a:cxnLst/>
            <a:rect l="l" t="t" r="r" b="b"/>
            <a:pathLst>
              <a:path w="5067300" h="1400175">
                <a:moveTo>
                  <a:pt x="114296" y="0"/>
                </a:moveTo>
                <a:lnTo>
                  <a:pt x="4953004" y="0"/>
                </a:lnTo>
                <a:cubicBezTo>
                  <a:pt x="5016086" y="0"/>
                  <a:pt x="5067300" y="51214"/>
                  <a:pt x="5067300" y="114296"/>
                </a:cubicBezTo>
                <a:lnTo>
                  <a:pt x="5067300" y="1285879"/>
                </a:lnTo>
                <a:cubicBezTo>
                  <a:pt x="5067300" y="1348961"/>
                  <a:pt x="5016086" y="1400175"/>
                  <a:pt x="4953004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550" y="50958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2" name="Text 20"/>
          <p:cNvSpPr/>
          <p:nvPr/>
        </p:nvSpPr>
        <p:spPr>
          <a:xfrm>
            <a:off x="781050" y="5057775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¿Qué Cambió?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2925" y="5400675"/>
            <a:ext cx="4829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plataformas priorizan contenido que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 engagement genuino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no solo impresiones. El algoritmo detecta cuándo la gente realmente consume vs. pasa de largo.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17815" y="1419225"/>
            <a:ext cx="6181725" cy="4876800"/>
          </a:xfrm>
          <a:custGeom>
            <a:avLst/>
            <a:gdLst/>
            <a:ahLst/>
            <a:cxnLst/>
            <a:rect l="l" t="t" r="r" b="b"/>
            <a:pathLst>
              <a:path w="6181725" h="4876800">
                <a:moveTo>
                  <a:pt x="114312" y="0"/>
                </a:moveTo>
                <a:lnTo>
                  <a:pt x="6067413" y="0"/>
                </a:lnTo>
                <a:cubicBezTo>
                  <a:pt x="6130546" y="0"/>
                  <a:pt x="6181725" y="51179"/>
                  <a:pt x="6181725" y="114312"/>
                </a:cubicBezTo>
                <a:lnTo>
                  <a:pt x="6181725" y="4762488"/>
                </a:lnTo>
                <a:cubicBezTo>
                  <a:pt x="6181725" y="4825621"/>
                  <a:pt x="6130546" y="4876800"/>
                  <a:pt x="6067413" y="4876800"/>
                </a:cubicBezTo>
                <a:lnTo>
                  <a:pt x="114312" y="4876800"/>
                </a:lnTo>
                <a:cubicBezTo>
                  <a:pt x="51179" y="4876800"/>
                  <a:pt x="0" y="4825621"/>
                  <a:pt x="0" y="4762488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solidFill>
            <a:srgbClr val="1A1A1A"/>
          </a:solidFill>
          <a:ln w="254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22590" y="1581150"/>
            <a:ext cx="5972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5 Pilares de Contenido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79740" y="2000250"/>
            <a:ext cx="5857875" cy="762000"/>
          </a:xfrm>
          <a:custGeom>
            <a:avLst/>
            <a:gdLst/>
            <a:ahLst/>
            <a:cxnLst/>
            <a:rect l="l" t="t" r="r" b="b"/>
            <a:pathLst>
              <a:path w="5857875" h="762000">
                <a:moveTo>
                  <a:pt x="76200" y="0"/>
                </a:moveTo>
                <a:lnTo>
                  <a:pt x="5781675" y="0"/>
                </a:lnTo>
                <a:cubicBezTo>
                  <a:pt x="5823731" y="0"/>
                  <a:pt x="5857875" y="34144"/>
                  <a:pt x="5857875" y="76200"/>
                </a:cubicBezTo>
                <a:lnTo>
                  <a:pt x="5857875" y="685800"/>
                </a:lnTo>
                <a:cubicBezTo>
                  <a:pt x="5857875" y="727856"/>
                  <a:pt x="5823731" y="762000"/>
                  <a:pt x="57816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5894040" y="2114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8" name="Text 26"/>
          <p:cNvSpPr/>
          <p:nvPr/>
        </p:nvSpPr>
        <p:spPr>
          <a:xfrm>
            <a:off x="6057156" y="2171700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89340" y="211455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Walkaround Rápido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89340" y="2419350"/>
            <a:ext cx="521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20-35 segundos mostrando el auto en movimiento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79740" y="2838450"/>
            <a:ext cx="5857875" cy="762000"/>
          </a:xfrm>
          <a:custGeom>
            <a:avLst/>
            <a:gdLst/>
            <a:ahLst/>
            <a:cxnLst/>
            <a:rect l="l" t="t" r="r" b="b"/>
            <a:pathLst>
              <a:path w="5857875" h="762000">
                <a:moveTo>
                  <a:pt x="76200" y="0"/>
                </a:moveTo>
                <a:lnTo>
                  <a:pt x="5781675" y="0"/>
                </a:lnTo>
                <a:cubicBezTo>
                  <a:pt x="5823731" y="0"/>
                  <a:pt x="5857875" y="34144"/>
                  <a:pt x="5857875" y="76200"/>
                </a:cubicBezTo>
                <a:lnTo>
                  <a:pt x="5857875" y="685800"/>
                </a:lnTo>
                <a:cubicBezTo>
                  <a:pt x="5857875" y="727856"/>
                  <a:pt x="5823731" y="762000"/>
                  <a:pt x="57816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5894040" y="2952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Text 31"/>
          <p:cNvSpPr/>
          <p:nvPr/>
        </p:nvSpPr>
        <p:spPr>
          <a:xfrm>
            <a:off x="6044803" y="300990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89340" y="295275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Prueba Social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89340" y="3257550"/>
            <a:ext cx="521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Entregas reales, clientes satisfechos, testimonios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79740" y="3676650"/>
            <a:ext cx="5857875" cy="762000"/>
          </a:xfrm>
          <a:custGeom>
            <a:avLst/>
            <a:gdLst/>
            <a:ahLst/>
            <a:cxnLst/>
            <a:rect l="l" t="t" r="r" b="b"/>
            <a:pathLst>
              <a:path w="5857875" h="762000">
                <a:moveTo>
                  <a:pt x="76200" y="0"/>
                </a:moveTo>
                <a:lnTo>
                  <a:pt x="5781675" y="0"/>
                </a:lnTo>
                <a:cubicBezTo>
                  <a:pt x="5823731" y="0"/>
                  <a:pt x="5857875" y="34144"/>
                  <a:pt x="5857875" y="76200"/>
                </a:cubicBezTo>
                <a:lnTo>
                  <a:pt x="5857875" y="685800"/>
                </a:lnTo>
                <a:cubicBezTo>
                  <a:pt x="5857875" y="727856"/>
                  <a:pt x="5823731" y="762000"/>
                  <a:pt x="57816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5894040" y="3790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8" name="Text 36"/>
          <p:cNvSpPr/>
          <p:nvPr/>
        </p:nvSpPr>
        <p:spPr>
          <a:xfrm>
            <a:off x="6043315" y="3848100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89340" y="379095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Educación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9340" y="4095750"/>
            <a:ext cx="521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Cuotas, papeles, "cómo revisar un usado"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79740" y="4514850"/>
            <a:ext cx="5857875" cy="762000"/>
          </a:xfrm>
          <a:custGeom>
            <a:avLst/>
            <a:gdLst/>
            <a:ahLst/>
            <a:cxnLst/>
            <a:rect l="l" t="t" r="r" b="b"/>
            <a:pathLst>
              <a:path w="5857875" h="762000">
                <a:moveTo>
                  <a:pt x="76200" y="0"/>
                </a:moveTo>
                <a:lnTo>
                  <a:pt x="5781675" y="0"/>
                </a:lnTo>
                <a:cubicBezTo>
                  <a:pt x="5823731" y="0"/>
                  <a:pt x="5857875" y="34144"/>
                  <a:pt x="5857875" y="76200"/>
                </a:cubicBezTo>
                <a:lnTo>
                  <a:pt x="5857875" y="685800"/>
                </a:lnTo>
                <a:cubicBezTo>
                  <a:pt x="5857875" y="727856"/>
                  <a:pt x="5823731" y="762000"/>
                  <a:pt x="57816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5894040" y="4629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43" name="Text 41"/>
          <p:cNvSpPr/>
          <p:nvPr/>
        </p:nvSpPr>
        <p:spPr>
          <a:xfrm>
            <a:off x="6042124" y="4686300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89340" y="462915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Oportunidad Real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89340" y="4933950"/>
            <a:ext cx="521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Última unidad, bonificación, entrega inmediata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79740" y="5353050"/>
            <a:ext cx="5857875" cy="762000"/>
          </a:xfrm>
          <a:custGeom>
            <a:avLst/>
            <a:gdLst/>
            <a:ahLst/>
            <a:cxnLst/>
            <a:rect l="l" t="t" r="r" b="b"/>
            <a:pathLst>
              <a:path w="5857875" h="762000">
                <a:moveTo>
                  <a:pt x="76200" y="0"/>
                </a:moveTo>
                <a:lnTo>
                  <a:pt x="5781675" y="0"/>
                </a:lnTo>
                <a:cubicBezTo>
                  <a:pt x="5823731" y="0"/>
                  <a:pt x="5857875" y="34144"/>
                  <a:pt x="5857875" y="76200"/>
                </a:cubicBezTo>
                <a:lnTo>
                  <a:pt x="5857875" y="685800"/>
                </a:lnTo>
                <a:cubicBezTo>
                  <a:pt x="5857875" y="727856"/>
                  <a:pt x="5823731" y="762000"/>
                  <a:pt x="57816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5894040" y="5467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8" name="Text 46"/>
          <p:cNvSpPr/>
          <p:nvPr/>
        </p:nvSpPr>
        <p:spPr>
          <a:xfrm>
            <a:off x="6043315" y="5524500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89340" y="546735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Confianza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89340" y="5772150"/>
            <a:ext cx="521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Taller, garantía, revisiones, respaldo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5763" y="6386513"/>
            <a:ext cx="11420475" cy="466725"/>
          </a:xfrm>
          <a:custGeom>
            <a:avLst/>
            <a:gdLst/>
            <a:ahLst/>
            <a:cxnLst/>
            <a:rect l="l" t="t" r="r" b="b"/>
            <a:pathLst>
              <a:path w="11420475" h="466725">
                <a:moveTo>
                  <a:pt x="76202" y="0"/>
                </a:moveTo>
                <a:lnTo>
                  <a:pt x="11344273" y="0"/>
                </a:lnTo>
                <a:cubicBezTo>
                  <a:pt x="11386358" y="0"/>
                  <a:pt x="11420475" y="34117"/>
                  <a:pt x="11420475" y="76202"/>
                </a:cubicBezTo>
                <a:lnTo>
                  <a:pt x="11420475" y="390523"/>
                </a:lnTo>
                <a:cubicBezTo>
                  <a:pt x="11420475" y="432608"/>
                  <a:pt x="11386358" y="466725"/>
                  <a:pt x="1134427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5B1E">
              <a:alpha val="10196"/>
            </a:srgbClr>
          </a:solidFill>
          <a:ln w="127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27103" y="65532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53" name="Text 51"/>
          <p:cNvSpPr/>
          <p:nvPr/>
        </p:nvSpPr>
        <p:spPr>
          <a:xfrm>
            <a:off x="714375" y="6505575"/>
            <a:ext cx="1101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Mezclá estos 5 pilares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durante la semana. No publiques solo ofertas.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716" y="375716"/>
            <a:ext cx="11515710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spc="59" kern="0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PRODUCCIÓN DE CONTENIDO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5716" y="638718"/>
            <a:ext cx="11609639" cy="3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63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Fórmula de Video Vertical Que Rinde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5716" y="1052006"/>
            <a:ext cx="11525103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probada de 20-35 segundos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109" y="1399544"/>
            <a:ext cx="6189929" cy="3926237"/>
          </a:xfrm>
          <a:custGeom>
            <a:avLst/>
            <a:gdLst/>
            <a:ahLst/>
            <a:cxnLst/>
            <a:rect l="l" t="t" r="r" b="b"/>
            <a:pathLst>
              <a:path w="6189929" h="3926237">
                <a:moveTo>
                  <a:pt x="112722" y="0"/>
                </a:moveTo>
                <a:lnTo>
                  <a:pt x="6077207" y="0"/>
                </a:lnTo>
                <a:cubicBezTo>
                  <a:pt x="6139462" y="0"/>
                  <a:pt x="6189929" y="50467"/>
                  <a:pt x="6189929" y="112722"/>
                </a:cubicBezTo>
                <a:lnTo>
                  <a:pt x="6189929" y="3813515"/>
                </a:lnTo>
                <a:cubicBezTo>
                  <a:pt x="6189929" y="3875770"/>
                  <a:pt x="6139462" y="3926237"/>
                  <a:pt x="6077207" y="3926237"/>
                </a:cubicBezTo>
                <a:lnTo>
                  <a:pt x="112722" y="3926237"/>
                </a:lnTo>
                <a:cubicBezTo>
                  <a:pt x="50467" y="3926237"/>
                  <a:pt x="0" y="3875770"/>
                  <a:pt x="0" y="3813515"/>
                </a:cubicBezTo>
                <a:lnTo>
                  <a:pt x="0" y="112722"/>
                </a:lnTo>
                <a:cubicBezTo>
                  <a:pt x="0" y="50509"/>
                  <a:pt x="50509" y="0"/>
                  <a:pt x="112722" y="0"/>
                </a:cubicBezTo>
                <a:close/>
              </a:path>
            </a:pathLst>
          </a:custGeom>
          <a:solidFill>
            <a:srgbClr val="1A1A1A"/>
          </a:solidFill>
          <a:ln w="254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7824" y="1559223"/>
            <a:ext cx="5964499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9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Timeline del Video Perfecto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4789" y="1934940"/>
            <a:ext cx="601146" cy="300573"/>
          </a:xfrm>
          <a:custGeom>
            <a:avLst/>
            <a:gdLst/>
            <a:ahLst/>
            <a:cxnLst/>
            <a:rect l="l" t="t" r="r" b="b"/>
            <a:pathLst>
              <a:path w="601146" h="300573">
                <a:moveTo>
                  <a:pt x="75143" y="0"/>
                </a:moveTo>
                <a:lnTo>
                  <a:pt x="526003" y="0"/>
                </a:lnTo>
                <a:cubicBezTo>
                  <a:pt x="567476" y="0"/>
                  <a:pt x="601146" y="33671"/>
                  <a:pt x="601146" y="75143"/>
                </a:cubicBezTo>
                <a:lnTo>
                  <a:pt x="601146" y="225430"/>
                </a:lnTo>
                <a:cubicBezTo>
                  <a:pt x="601146" y="266903"/>
                  <a:pt x="567476" y="300573"/>
                  <a:pt x="526003" y="300573"/>
                </a:cubicBezTo>
                <a:lnTo>
                  <a:pt x="75143" y="300573"/>
                </a:lnTo>
                <a:cubicBezTo>
                  <a:pt x="33643" y="300573"/>
                  <a:pt x="0" y="266930"/>
                  <a:pt x="0" y="225430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8" name="Text 6"/>
          <p:cNvSpPr/>
          <p:nvPr/>
        </p:nvSpPr>
        <p:spPr>
          <a:xfrm>
            <a:off x="507217" y="1934940"/>
            <a:ext cx="676290" cy="300573"/>
          </a:xfrm>
          <a:prstGeom prst="rect">
            <a:avLst/>
          </a:prstGeom>
          <a:noFill/>
          <a:ln/>
        </p:spPr>
        <p:txBody>
          <a:bodyPr wrap="square" lIns="0" tIns="37572" rIns="0" bIns="37572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0-2s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58650" y="1934940"/>
            <a:ext cx="5156709" cy="751433"/>
          </a:xfrm>
          <a:custGeom>
            <a:avLst/>
            <a:gdLst/>
            <a:ahLst/>
            <a:cxnLst/>
            <a:rect l="l" t="t" r="r" b="b"/>
            <a:pathLst>
              <a:path w="5156709" h="751433">
                <a:moveTo>
                  <a:pt x="75143" y="0"/>
                </a:moveTo>
                <a:lnTo>
                  <a:pt x="5081565" y="0"/>
                </a:lnTo>
                <a:cubicBezTo>
                  <a:pt x="5123066" y="0"/>
                  <a:pt x="5156709" y="33643"/>
                  <a:pt x="5156709" y="75143"/>
                </a:cubicBezTo>
                <a:lnTo>
                  <a:pt x="5156709" y="676290"/>
                </a:lnTo>
                <a:cubicBezTo>
                  <a:pt x="5156709" y="717790"/>
                  <a:pt x="5123066" y="751433"/>
                  <a:pt x="5081565" y="751433"/>
                </a:cubicBezTo>
                <a:lnTo>
                  <a:pt x="75143" y="751433"/>
                </a:lnTo>
                <a:cubicBezTo>
                  <a:pt x="33671" y="751433"/>
                  <a:pt x="0" y="717762"/>
                  <a:pt x="0" y="676290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0" name="Text 8"/>
          <p:cNvSpPr/>
          <p:nvPr/>
        </p:nvSpPr>
        <p:spPr>
          <a:xfrm>
            <a:off x="1371365" y="2047655"/>
            <a:ext cx="5015815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Hook Visual Fuerte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365" y="2348228"/>
            <a:ext cx="500642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 plano impactante, movimiento, color. Detené el scroll.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4789" y="2761516"/>
            <a:ext cx="601146" cy="300573"/>
          </a:xfrm>
          <a:custGeom>
            <a:avLst/>
            <a:gdLst/>
            <a:ahLst/>
            <a:cxnLst/>
            <a:rect l="l" t="t" r="r" b="b"/>
            <a:pathLst>
              <a:path w="601146" h="300573">
                <a:moveTo>
                  <a:pt x="75143" y="0"/>
                </a:moveTo>
                <a:lnTo>
                  <a:pt x="526003" y="0"/>
                </a:lnTo>
                <a:cubicBezTo>
                  <a:pt x="567476" y="0"/>
                  <a:pt x="601146" y="33671"/>
                  <a:pt x="601146" y="75143"/>
                </a:cubicBezTo>
                <a:lnTo>
                  <a:pt x="601146" y="225430"/>
                </a:lnTo>
                <a:cubicBezTo>
                  <a:pt x="601146" y="266903"/>
                  <a:pt x="567476" y="300573"/>
                  <a:pt x="526003" y="300573"/>
                </a:cubicBezTo>
                <a:lnTo>
                  <a:pt x="75143" y="300573"/>
                </a:lnTo>
                <a:cubicBezTo>
                  <a:pt x="33643" y="300573"/>
                  <a:pt x="0" y="266930"/>
                  <a:pt x="0" y="225430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3" name="Text 11"/>
          <p:cNvSpPr/>
          <p:nvPr/>
        </p:nvSpPr>
        <p:spPr>
          <a:xfrm>
            <a:off x="507217" y="2761516"/>
            <a:ext cx="676290" cy="300573"/>
          </a:xfrm>
          <a:prstGeom prst="rect">
            <a:avLst/>
          </a:prstGeom>
          <a:noFill/>
          <a:ln/>
        </p:spPr>
        <p:txBody>
          <a:bodyPr wrap="square" lIns="0" tIns="37572" rIns="0" bIns="37572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3-12s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58650" y="2761516"/>
            <a:ext cx="5156709" cy="751433"/>
          </a:xfrm>
          <a:custGeom>
            <a:avLst/>
            <a:gdLst/>
            <a:ahLst/>
            <a:cxnLst/>
            <a:rect l="l" t="t" r="r" b="b"/>
            <a:pathLst>
              <a:path w="5156709" h="751433">
                <a:moveTo>
                  <a:pt x="75143" y="0"/>
                </a:moveTo>
                <a:lnTo>
                  <a:pt x="5081565" y="0"/>
                </a:lnTo>
                <a:cubicBezTo>
                  <a:pt x="5123066" y="0"/>
                  <a:pt x="5156709" y="33643"/>
                  <a:pt x="5156709" y="75143"/>
                </a:cubicBezTo>
                <a:lnTo>
                  <a:pt x="5156709" y="676290"/>
                </a:lnTo>
                <a:cubicBezTo>
                  <a:pt x="5156709" y="717790"/>
                  <a:pt x="5123066" y="751433"/>
                  <a:pt x="5081565" y="751433"/>
                </a:cubicBezTo>
                <a:lnTo>
                  <a:pt x="75143" y="751433"/>
                </a:lnTo>
                <a:cubicBezTo>
                  <a:pt x="33671" y="751433"/>
                  <a:pt x="0" y="717762"/>
                  <a:pt x="0" y="676290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5" name="Text 13"/>
          <p:cNvSpPr/>
          <p:nvPr/>
        </p:nvSpPr>
        <p:spPr>
          <a:xfrm>
            <a:off x="1371365" y="2874231"/>
            <a:ext cx="5015815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Prueba Real del Auto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365" y="3174804"/>
            <a:ext cx="500642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 detalles específicos: interior, tablero, km, estado. Mostrá, no contés.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4789" y="3588092"/>
            <a:ext cx="601146" cy="300573"/>
          </a:xfrm>
          <a:custGeom>
            <a:avLst/>
            <a:gdLst/>
            <a:ahLst/>
            <a:cxnLst/>
            <a:rect l="l" t="t" r="r" b="b"/>
            <a:pathLst>
              <a:path w="601146" h="300573">
                <a:moveTo>
                  <a:pt x="75143" y="0"/>
                </a:moveTo>
                <a:lnTo>
                  <a:pt x="526003" y="0"/>
                </a:lnTo>
                <a:cubicBezTo>
                  <a:pt x="567476" y="0"/>
                  <a:pt x="601146" y="33671"/>
                  <a:pt x="601146" y="75143"/>
                </a:cubicBezTo>
                <a:lnTo>
                  <a:pt x="601146" y="225430"/>
                </a:lnTo>
                <a:cubicBezTo>
                  <a:pt x="601146" y="266903"/>
                  <a:pt x="567476" y="300573"/>
                  <a:pt x="526003" y="300573"/>
                </a:cubicBezTo>
                <a:lnTo>
                  <a:pt x="75143" y="300573"/>
                </a:lnTo>
                <a:cubicBezTo>
                  <a:pt x="33643" y="300573"/>
                  <a:pt x="0" y="266930"/>
                  <a:pt x="0" y="225430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8" name="Text 16"/>
          <p:cNvSpPr/>
          <p:nvPr/>
        </p:nvSpPr>
        <p:spPr>
          <a:xfrm>
            <a:off x="507217" y="3588092"/>
            <a:ext cx="676290" cy="300573"/>
          </a:xfrm>
          <a:prstGeom prst="rect">
            <a:avLst/>
          </a:prstGeom>
          <a:noFill/>
          <a:ln/>
        </p:spPr>
        <p:txBody>
          <a:bodyPr wrap="square" lIns="0" tIns="37572" rIns="0" bIns="37572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13-25s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58650" y="3588092"/>
            <a:ext cx="5156709" cy="751433"/>
          </a:xfrm>
          <a:custGeom>
            <a:avLst/>
            <a:gdLst/>
            <a:ahLst/>
            <a:cxnLst/>
            <a:rect l="l" t="t" r="r" b="b"/>
            <a:pathLst>
              <a:path w="5156709" h="751433">
                <a:moveTo>
                  <a:pt x="75143" y="0"/>
                </a:moveTo>
                <a:lnTo>
                  <a:pt x="5081565" y="0"/>
                </a:lnTo>
                <a:cubicBezTo>
                  <a:pt x="5123066" y="0"/>
                  <a:pt x="5156709" y="33643"/>
                  <a:pt x="5156709" y="75143"/>
                </a:cubicBezTo>
                <a:lnTo>
                  <a:pt x="5156709" y="676290"/>
                </a:lnTo>
                <a:cubicBezTo>
                  <a:pt x="5156709" y="717790"/>
                  <a:pt x="5123066" y="751433"/>
                  <a:pt x="5081565" y="751433"/>
                </a:cubicBezTo>
                <a:lnTo>
                  <a:pt x="75143" y="751433"/>
                </a:lnTo>
                <a:cubicBezTo>
                  <a:pt x="33671" y="751433"/>
                  <a:pt x="0" y="717762"/>
                  <a:pt x="0" y="676290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0" name="Text 18"/>
          <p:cNvSpPr/>
          <p:nvPr/>
        </p:nvSpPr>
        <p:spPr>
          <a:xfrm>
            <a:off x="1371365" y="3700807"/>
            <a:ext cx="5015815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Oferta Simple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365" y="4001381"/>
            <a:ext cx="500642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Cuota desde X o entrega desde Y. Un solo número claro.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4789" y="4414669"/>
            <a:ext cx="601146" cy="300573"/>
          </a:xfrm>
          <a:custGeom>
            <a:avLst/>
            <a:gdLst/>
            <a:ahLst/>
            <a:cxnLst/>
            <a:rect l="l" t="t" r="r" b="b"/>
            <a:pathLst>
              <a:path w="601146" h="300573">
                <a:moveTo>
                  <a:pt x="75143" y="0"/>
                </a:moveTo>
                <a:lnTo>
                  <a:pt x="526003" y="0"/>
                </a:lnTo>
                <a:cubicBezTo>
                  <a:pt x="567476" y="0"/>
                  <a:pt x="601146" y="33671"/>
                  <a:pt x="601146" y="75143"/>
                </a:cubicBezTo>
                <a:lnTo>
                  <a:pt x="601146" y="225430"/>
                </a:lnTo>
                <a:cubicBezTo>
                  <a:pt x="601146" y="266903"/>
                  <a:pt x="567476" y="300573"/>
                  <a:pt x="526003" y="300573"/>
                </a:cubicBezTo>
                <a:lnTo>
                  <a:pt x="75143" y="300573"/>
                </a:lnTo>
                <a:cubicBezTo>
                  <a:pt x="33643" y="300573"/>
                  <a:pt x="0" y="266930"/>
                  <a:pt x="0" y="225430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3" name="Text 21"/>
          <p:cNvSpPr/>
          <p:nvPr/>
        </p:nvSpPr>
        <p:spPr>
          <a:xfrm>
            <a:off x="507217" y="4414669"/>
            <a:ext cx="676290" cy="300573"/>
          </a:xfrm>
          <a:prstGeom prst="rect">
            <a:avLst/>
          </a:prstGeom>
          <a:noFill/>
          <a:ln/>
        </p:spPr>
        <p:txBody>
          <a:bodyPr wrap="square" lIns="0" tIns="37572" rIns="0" bIns="37572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26-35s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58650" y="4414669"/>
            <a:ext cx="5156709" cy="751433"/>
          </a:xfrm>
          <a:custGeom>
            <a:avLst/>
            <a:gdLst/>
            <a:ahLst/>
            <a:cxnLst/>
            <a:rect l="l" t="t" r="r" b="b"/>
            <a:pathLst>
              <a:path w="5156709" h="751433">
                <a:moveTo>
                  <a:pt x="75143" y="0"/>
                </a:moveTo>
                <a:lnTo>
                  <a:pt x="5081565" y="0"/>
                </a:lnTo>
                <a:cubicBezTo>
                  <a:pt x="5123066" y="0"/>
                  <a:pt x="5156709" y="33643"/>
                  <a:pt x="5156709" y="75143"/>
                </a:cubicBezTo>
                <a:lnTo>
                  <a:pt x="5156709" y="676290"/>
                </a:lnTo>
                <a:cubicBezTo>
                  <a:pt x="5156709" y="717790"/>
                  <a:pt x="5123066" y="751433"/>
                  <a:pt x="5081565" y="751433"/>
                </a:cubicBezTo>
                <a:lnTo>
                  <a:pt x="75143" y="751433"/>
                </a:lnTo>
                <a:cubicBezTo>
                  <a:pt x="33671" y="751433"/>
                  <a:pt x="0" y="717762"/>
                  <a:pt x="0" y="676290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5" name="Text 23"/>
          <p:cNvSpPr/>
          <p:nvPr/>
        </p:nvSpPr>
        <p:spPr>
          <a:xfrm>
            <a:off x="1371365" y="4527384"/>
            <a:ext cx="5015815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Cierre con CTA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365" y="4827957"/>
            <a:ext cx="500642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"Escribime cuota y entrega y te paso opciones" + gesto al botón.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5716" y="5447889"/>
            <a:ext cx="1991297" cy="939291"/>
          </a:xfrm>
          <a:custGeom>
            <a:avLst/>
            <a:gdLst/>
            <a:ahLst/>
            <a:cxnLst/>
            <a:rect l="l" t="t" r="r" b="b"/>
            <a:pathLst>
              <a:path w="1991297" h="939291">
                <a:moveTo>
                  <a:pt x="75143" y="0"/>
                </a:moveTo>
                <a:lnTo>
                  <a:pt x="1916154" y="0"/>
                </a:lnTo>
                <a:cubicBezTo>
                  <a:pt x="1957655" y="0"/>
                  <a:pt x="1991297" y="33643"/>
                  <a:pt x="1991297" y="75143"/>
                </a:cubicBezTo>
                <a:lnTo>
                  <a:pt x="1991297" y="864148"/>
                </a:lnTo>
                <a:cubicBezTo>
                  <a:pt x="1991297" y="905648"/>
                  <a:pt x="1957655" y="939291"/>
                  <a:pt x="1916154" y="939291"/>
                </a:cubicBezTo>
                <a:lnTo>
                  <a:pt x="75143" y="939291"/>
                </a:lnTo>
                <a:cubicBezTo>
                  <a:pt x="33643" y="939291"/>
                  <a:pt x="0" y="905648"/>
                  <a:pt x="0" y="864148"/>
                </a:cubicBezTo>
                <a:lnTo>
                  <a:pt x="0" y="75143"/>
                </a:lnTo>
                <a:cubicBezTo>
                  <a:pt x="0" y="33671"/>
                  <a:pt x="33671" y="0"/>
                  <a:pt x="7514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1288297" y="5560604"/>
            <a:ext cx="169072" cy="225430"/>
          </a:xfrm>
          <a:custGeom>
            <a:avLst/>
            <a:gdLst/>
            <a:ahLst/>
            <a:cxnLst/>
            <a:rect l="l" t="t" r="r" b="b"/>
            <a:pathLst>
              <a:path w="169072" h="225430">
                <a:moveTo>
                  <a:pt x="7045" y="28179"/>
                </a:moveTo>
                <a:cubicBezTo>
                  <a:pt x="7045" y="12636"/>
                  <a:pt x="19681" y="0"/>
                  <a:pt x="35223" y="0"/>
                </a:cubicBezTo>
                <a:lnTo>
                  <a:pt x="133849" y="0"/>
                </a:lnTo>
                <a:cubicBezTo>
                  <a:pt x="149391" y="0"/>
                  <a:pt x="162028" y="12636"/>
                  <a:pt x="162028" y="28179"/>
                </a:cubicBezTo>
                <a:lnTo>
                  <a:pt x="162028" y="197251"/>
                </a:lnTo>
                <a:cubicBezTo>
                  <a:pt x="162028" y="212793"/>
                  <a:pt x="149391" y="225430"/>
                  <a:pt x="133849" y="225430"/>
                </a:cubicBezTo>
                <a:lnTo>
                  <a:pt x="35223" y="225430"/>
                </a:lnTo>
                <a:cubicBezTo>
                  <a:pt x="19681" y="225430"/>
                  <a:pt x="7045" y="212793"/>
                  <a:pt x="7045" y="197251"/>
                </a:cubicBezTo>
                <a:lnTo>
                  <a:pt x="7045" y="28179"/>
                </a:lnTo>
                <a:close/>
                <a:moveTo>
                  <a:pt x="35223" y="28179"/>
                </a:moveTo>
                <a:lnTo>
                  <a:pt x="35223" y="162028"/>
                </a:lnTo>
                <a:lnTo>
                  <a:pt x="133849" y="162028"/>
                </a:lnTo>
                <a:lnTo>
                  <a:pt x="133849" y="28179"/>
                </a:lnTo>
                <a:lnTo>
                  <a:pt x="35223" y="28179"/>
                </a:lnTo>
                <a:close/>
                <a:moveTo>
                  <a:pt x="84536" y="207818"/>
                </a:moveTo>
                <a:cubicBezTo>
                  <a:pt x="92329" y="207818"/>
                  <a:pt x="98626" y="201522"/>
                  <a:pt x="98626" y="193729"/>
                </a:cubicBezTo>
                <a:cubicBezTo>
                  <a:pt x="98626" y="185936"/>
                  <a:pt x="92329" y="179639"/>
                  <a:pt x="84536" y="179639"/>
                </a:cubicBezTo>
                <a:cubicBezTo>
                  <a:pt x="76743" y="179639"/>
                  <a:pt x="70447" y="185936"/>
                  <a:pt x="70447" y="193729"/>
                </a:cubicBezTo>
                <a:cubicBezTo>
                  <a:pt x="70447" y="201522"/>
                  <a:pt x="76743" y="207818"/>
                  <a:pt x="84536" y="207818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9" name="Text 27"/>
          <p:cNvSpPr/>
          <p:nvPr/>
        </p:nvSpPr>
        <p:spPr>
          <a:xfrm>
            <a:off x="450860" y="5861177"/>
            <a:ext cx="1841011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9:16 Vertical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5556" y="6086607"/>
            <a:ext cx="183161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Formato obligatorio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482664" y="5447889"/>
            <a:ext cx="1991297" cy="939291"/>
          </a:xfrm>
          <a:custGeom>
            <a:avLst/>
            <a:gdLst/>
            <a:ahLst/>
            <a:cxnLst/>
            <a:rect l="l" t="t" r="r" b="b"/>
            <a:pathLst>
              <a:path w="1991297" h="939291">
                <a:moveTo>
                  <a:pt x="75143" y="0"/>
                </a:moveTo>
                <a:lnTo>
                  <a:pt x="1916154" y="0"/>
                </a:lnTo>
                <a:cubicBezTo>
                  <a:pt x="1957655" y="0"/>
                  <a:pt x="1991297" y="33643"/>
                  <a:pt x="1991297" y="75143"/>
                </a:cubicBezTo>
                <a:lnTo>
                  <a:pt x="1991297" y="864148"/>
                </a:lnTo>
                <a:cubicBezTo>
                  <a:pt x="1991297" y="905648"/>
                  <a:pt x="1957655" y="939291"/>
                  <a:pt x="1916154" y="939291"/>
                </a:cubicBezTo>
                <a:lnTo>
                  <a:pt x="75143" y="939291"/>
                </a:lnTo>
                <a:cubicBezTo>
                  <a:pt x="33643" y="939291"/>
                  <a:pt x="0" y="905648"/>
                  <a:pt x="0" y="864148"/>
                </a:cubicBezTo>
                <a:lnTo>
                  <a:pt x="0" y="75143"/>
                </a:lnTo>
                <a:cubicBezTo>
                  <a:pt x="0" y="33671"/>
                  <a:pt x="33671" y="0"/>
                  <a:pt x="7514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3367065" y="5560604"/>
            <a:ext cx="225430" cy="225430"/>
          </a:xfrm>
          <a:custGeom>
            <a:avLst/>
            <a:gdLst/>
            <a:ahLst/>
            <a:cxnLst/>
            <a:rect l="l" t="t" r="r" b="b"/>
            <a:pathLst>
              <a:path w="225430" h="225430">
                <a:moveTo>
                  <a:pt x="112715" y="0"/>
                </a:moveTo>
                <a:cubicBezTo>
                  <a:pt x="174924" y="0"/>
                  <a:pt x="225430" y="50506"/>
                  <a:pt x="225430" y="112715"/>
                </a:cubicBezTo>
                <a:cubicBezTo>
                  <a:pt x="225430" y="174924"/>
                  <a:pt x="174924" y="225430"/>
                  <a:pt x="112715" y="225430"/>
                </a:cubicBezTo>
                <a:cubicBezTo>
                  <a:pt x="50506" y="225430"/>
                  <a:pt x="0" y="174924"/>
                  <a:pt x="0" y="112715"/>
                </a:cubicBezTo>
                <a:cubicBezTo>
                  <a:pt x="0" y="50506"/>
                  <a:pt x="50506" y="0"/>
                  <a:pt x="112715" y="0"/>
                </a:cubicBezTo>
                <a:close/>
                <a:moveTo>
                  <a:pt x="102148" y="52835"/>
                </a:moveTo>
                <a:lnTo>
                  <a:pt x="102148" y="112715"/>
                </a:lnTo>
                <a:cubicBezTo>
                  <a:pt x="102148" y="116237"/>
                  <a:pt x="103909" y="119539"/>
                  <a:pt x="106859" y="121521"/>
                </a:cubicBezTo>
                <a:lnTo>
                  <a:pt x="149127" y="149700"/>
                </a:lnTo>
                <a:cubicBezTo>
                  <a:pt x="153970" y="152958"/>
                  <a:pt x="160531" y="151637"/>
                  <a:pt x="163789" y="146750"/>
                </a:cubicBezTo>
                <a:cubicBezTo>
                  <a:pt x="167047" y="141862"/>
                  <a:pt x="165726" y="135346"/>
                  <a:pt x="160839" y="132088"/>
                </a:cubicBezTo>
                <a:lnTo>
                  <a:pt x="123282" y="107079"/>
                </a:lnTo>
                <a:lnTo>
                  <a:pt x="123282" y="52835"/>
                </a:lnTo>
                <a:cubicBezTo>
                  <a:pt x="123282" y="46979"/>
                  <a:pt x="118571" y="42268"/>
                  <a:pt x="112715" y="42268"/>
                </a:cubicBezTo>
                <a:cubicBezTo>
                  <a:pt x="106859" y="42268"/>
                  <a:pt x="102148" y="46979"/>
                  <a:pt x="102148" y="52835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3" name="Text 31"/>
          <p:cNvSpPr/>
          <p:nvPr/>
        </p:nvSpPr>
        <p:spPr>
          <a:xfrm>
            <a:off x="2557807" y="5861177"/>
            <a:ext cx="1841011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20-35s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562504" y="6086607"/>
            <a:ext cx="183161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Duración ideal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89758" y="5447889"/>
            <a:ext cx="1991297" cy="939291"/>
          </a:xfrm>
          <a:custGeom>
            <a:avLst/>
            <a:gdLst/>
            <a:ahLst/>
            <a:cxnLst/>
            <a:rect l="l" t="t" r="r" b="b"/>
            <a:pathLst>
              <a:path w="1991297" h="939291">
                <a:moveTo>
                  <a:pt x="75143" y="0"/>
                </a:moveTo>
                <a:lnTo>
                  <a:pt x="1916154" y="0"/>
                </a:lnTo>
                <a:cubicBezTo>
                  <a:pt x="1957655" y="0"/>
                  <a:pt x="1991297" y="33643"/>
                  <a:pt x="1991297" y="75143"/>
                </a:cubicBezTo>
                <a:lnTo>
                  <a:pt x="1991297" y="864148"/>
                </a:lnTo>
                <a:cubicBezTo>
                  <a:pt x="1991297" y="905648"/>
                  <a:pt x="1957655" y="939291"/>
                  <a:pt x="1916154" y="939291"/>
                </a:cubicBezTo>
                <a:lnTo>
                  <a:pt x="75143" y="939291"/>
                </a:lnTo>
                <a:cubicBezTo>
                  <a:pt x="33643" y="939291"/>
                  <a:pt x="0" y="905648"/>
                  <a:pt x="0" y="864148"/>
                </a:cubicBezTo>
                <a:lnTo>
                  <a:pt x="0" y="75143"/>
                </a:lnTo>
                <a:cubicBezTo>
                  <a:pt x="0" y="33671"/>
                  <a:pt x="33671" y="0"/>
                  <a:pt x="7514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5474160" y="5560604"/>
            <a:ext cx="225430" cy="225430"/>
          </a:xfrm>
          <a:custGeom>
            <a:avLst/>
            <a:gdLst/>
            <a:ahLst/>
            <a:cxnLst/>
            <a:rect l="l" t="t" r="r" b="b"/>
            <a:pathLst>
              <a:path w="225430" h="225430">
                <a:moveTo>
                  <a:pt x="0" y="56357"/>
                </a:moveTo>
                <a:cubicBezTo>
                  <a:pt x="0" y="40815"/>
                  <a:pt x="12636" y="28179"/>
                  <a:pt x="28179" y="28179"/>
                </a:cubicBezTo>
                <a:lnTo>
                  <a:pt x="197251" y="28179"/>
                </a:lnTo>
                <a:cubicBezTo>
                  <a:pt x="212793" y="28179"/>
                  <a:pt x="225430" y="40815"/>
                  <a:pt x="225430" y="56357"/>
                </a:cubicBezTo>
                <a:lnTo>
                  <a:pt x="225430" y="169072"/>
                </a:lnTo>
                <a:cubicBezTo>
                  <a:pt x="225430" y="184615"/>
                  <a:pt x="212793" y="197251"/>
                  <a:pt x="197251" y="197251"/>
                </a:cubicBezTo>
                <a:lnTo>
                  <a:pt x="28179" y="197251"/>
                </a:lnTo>
                <a:cubicBezTo>
                  <a:pt x="12636" y="197251"/>
                  <a:pt x="0" y="184615"/>
                  <a:pt x="0" y="169072"/>
                </a:cubicBezTo>
                <a:lnTo>
                  <a:pt x="0" y="56357"/>
                </a:lnTo>
                <a:close/>
                <a:moveTo>
                  <a:pt x="66924" y="91581"/>
                </a:moveTo>
                <a:lnTo>
                  <a:pt x="81014" y="91581"/>
                </a:lnTo>
                <a:cubicBezTo>
                  <a:pt x="82951" y="91581"/>
                  <a:pt x="84536" y="93166"/>
                  <a:pt x="84536" y="95103"/>
                </a:cubicBezTo>
                <a:cubicBezTo>
                  <a:pt x="84536" y="100959"/>
                  <a:pt x="89247" y="105670"/>
                  <a:pt x="95103" y="105670"/>
                </a:cubicBezTo>
                <a:cubicBezTo>
                  <a:pt x="100959" y="105670"/>
                  <a:pt x="105670" y="100959"/>
                  <a:pt x="105670" y="95103"/>
                </a:cubicBezTo>
                <a:cubicBezTo>
                  <a:pt x="105670" y="81498"/>
                  <a:pt x="94619" y="70447"/>
                  <a:pt x="81014" y="70447"/>
                </a:cubicBezTo>
                <a:lnTo>
                  <a:pt x="66924" y="70447"/>
                </a:lnTo>
                <a:cubicBezTo>
                  <a:pt x="53319" y="70447"/>
                  <a:pt x="42268" y="81498"/>
                  <a:pt x="42268" y="95103"/>
                </a:cubicBezTo>
                <a:lnTo>
                  <a:pt x="42268" y="130327"/>
                </a:lnTo>
                <a:cubicBezTo>
                  <a:pt x="42268" y="143932"/>
                  <a:pt x="53319" y="154983"/>
                  <a:pt x="66924" y="154983"/>
                </a:cubicBezTo>
                <a:lnTo>
                  <a:pt x="81014" y="154983"/>
                </a:lnTo>
                <a:cubicBezTo>
                  <a:pt x="94619" y="154983"/>
                  <a:pt x="105670" y="143932"/>
                  <a:pt x="105670" y="130327"/>
                </a:cubicBezTo>
                <a:cubicBezTo>
                  <a:pt x="105670" y="124471"/>
                  <a:pt x="100959" y="119760"/>
                  <a:pt x="95103" y="119760"/>
                </a:cubicBezTo>
                <a:cubicBezTo>
                  <a:pt x="89247" y="119760"/>
                  <a:pt x="84536" y="124471"/>
                  <a:pt x="84536" y="130327"/>
                </a:cubicBezTo>
                <a:cubicBezTo>
                  <a:pt x="84536" y="132264"/>
                  <a:pt x="82951" y="133849"/>
                  <a:pt x="81014" y="133849"/>
                </a:cubicBezTo>
                <a:lnTo>
                  <a:pt x="66924" y="133849"/>
                </a:lnTo>
                <a:cubicBezTo>
                  <a:pt x="64987" y="133849"/>
                  <a:pt x="63402" y="132264"/>
                  <a:pt x="63402" y="130327"/>
                </a:cubicBezTo>
                <a:lnTo>
                  <a:pt x="63402" y="95103"/>
                </a:lnTo>
                <a:cubicBezTo>
                  <a:pt x="63402" y="93166"/>
                  <a:pt x="64987" y="91581"/>
                  <a:pt x="66924" y="91581"/>
                </a:cubicBezTo>
                <a:close/>
                <a:moveTo>
                  <a:pt x="140894" y="95103"/>
                </a:moveTo>
                <a:cubicBezTo>
                  <a:pt x="140894" y="93166"/>
                  <a:pt x="142479" y="91581"/>
                  <a:pt x="144416" y="91581"/>
                </a:cubicBezTo>
                <a:lnTo>
                  <a:pt x="158505" y="91581"/>
                </a:lnTo>
                <a:cubicBezTo>
                  <a:pt x="160443" y="91581"/>
                  <a:pt x="162028" y="93166"/>
                  <a:pt x="162028" y="95103"/>
                </a:cubicBezTo>
                <a:cubicBezTo>
                  <a:pt x="162028" y="100959"/>
                  <a:pt x="166739" y="105670"/>
                  <a:pt x="172595" y="105670"/>
                </a:cubicBezTo>
                <a:cubicBezTo>
                  <a:pt x="178451" y="105670"/>
                  <a:pt x="183162" y="100959"/>
                  <a:pt x="183162" y="95103"/>
                </a:cubicBezTo>
                <a:cubicBezTo>
                  <a:pt x="183162" y="81498"/>
                  <a:pt x="172110" y="70447"/>
                  <a:pt x="158505" y="70447"/>
                </a:cubicBezTo>
                <a:lnTo>
                  <a:pt x="144416" y="70447"/>
                </a:lnTo>
                <a:cubicBezTo>
                  <a:pt x="130811" y="70447"/>
                  <a:pt x="119760" y="81498"/>
                  <a:pt x="119760" y="95103"/>
                </a:cubicBezTo>
                <a:lnTo>
                  <a:pt x="119760" y="130327"/>
                </a:lnTo>
                <a:cubicBezTo>
                  <a:pt x="119760" y="143932"/>
                  <a:pt x="130811" y="154983"/>
                  <a:pt x="144416" y="154983"/>
                </a:cubicBezTo>
                <a:lnTo>
                  <a:pt x="158505" y="154983"/>
                </a:lnTo>
                <a:cubicBezTo>
                  <a:pt x="172110" y="154983"/>
                  <a:pt x="183162" y="143932"/>
                  <a:pt x="183162" y="130327"/>
                </a:cubicBezTo>
                <a:cubicBezTo>
                  <a:pt x="183162" y="124471"/>
                  <a:pt x="178451" y="119760"/>
                  <a:pt x="172595" y="119760"/>
                </a:cubicBezTo>
                <a:cubicBezTo>
                  <a:pt x="166739" y="119760"/>
                  <a:pt x="162028" y="124471"/>
                  <a:pt x="162028" y="130327"/>
                </a:cubicBezTo>
                <a:cubicBezTo>
                  <a:pt x="162028" y="132264"/>
                  <a:pt x="160443" y="133849"/>
                  <a:pt x="158505" y="133849"/>
                </a:cubicBezTo>
                <a:lnTo>
                  <a:pt x="144416" y="133849"/>
                </a:lnTo>
                <a:cubicBezTo>
                  <a:pt x="142479" y="133849"/>
                  <a:pt x="140894" y="132264"/>
                  <a:pt x="140894" y="130327"/>
                </a:cubicBezTo>
                <a:lnTo>
                  <a:pt x="140894" y="95103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7" name="Text 35"/>
          <p:cNvSpPr/>
          <p:nvPr/>
        </p:nvSpPr>
        <p:spPr>
          <a:xfrm>
            <a:off x="4664902" y="5861177"/>
            <a:ext cx="1841011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Subtítulos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669598" y="6086607"/>
            <a:ext cx="183161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Siempre incluídos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739121" y="1394847"/>
            <a:ext cx="5072173" cy="4217418"/>
          </a:xfrm>
          <a:custGeom>
            <a:avLst/>
            <a:gdLst/>
            <a:ahLst/>
            <a:cxnLst/>
            <a:rect l="l" t="t" r="r" b="b"/>
            <a:pathLst>
              <a:path w="5072173" h="4217418">
                <a:moveTo>
                  <a:pt x="112732" y="0"/>
                </a:moveTo>
                <a:lnTo>
                  <a:pt x="4959441" y="0"/>
                </a:lnTo>
                <a:cubicBezTo>
                  <a:pt x="5021701" y="0"/>
                  <a:pt x="5072173" y="50472"/>
                  <a:pt x="5072173" y="112732"/>
                </a:cubicBezTo>
                <a:lnTo>
                  <a:pt x="5072173" y="4104686"/>
                </a:lnTo>
                <a:cubicBezTo>
                  <a:pt x="5072173" y="4166946"/>
                  <a:pt x="5021701" y="4217418"/>
                  <a:pt x="4959441" y="4217418"/>
                </a:cubicBezTo>
                <a:lnTo>
                  <a:pt x="112732" y="4217418"/>
                </a:lnTo>
                <a:cubicBezTo>
                  <a:pt x="50472" y="4217418"/>
                  <a:pt x="0" y="4166946"/>
                  <a:pt x="0" y="4104686"/>
                </a:cubicBezTo>
                <a:lnTo>
                  <a:pt x="0" y="112732"/>
                </a:lnTo>
                <a:cubicBezTo>
                  <a:pt x="0" y="50472"/>
                  <a:pt x="50472" y="0"/>
                  <a:pt x="112732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20000"/>
                </a:srgbClr>
              </a:gs>
              <a:gs pos="100000">
                <a:srgbClr val="D95B1E">
                  <a:alpha val="5000"/>
                </a:srgbClr>
              </a:gs>
            </a:gsLst>
            <a:lin ang="2700000" scaled="1"/>
          </a:gradFill>
          <a:ln w="127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17586" y="1587402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146214" y="4476"/>
                </a:moveTo>
                <a:lnTo>
                  <a:pt x="113852" y="36838"/>
                </a:lnTo>
                <a:lnTo>
                  <a:pt x="151020" y="74006"/>
                </a:lnTo>
                <a:lnTo>
                  <a:pt x="183382" y="41644"/>
                </a:lnTo>
                <a:cubicBezTo>
                  <a:pt x="186244" y="38746"/>
                  <a:pt x="187858" y="34857"/>
                  <a:pt x="187858" y="30820"/>
                </a:cubicBezTo>
                <a:cubicBezTo>
                  <a:pt x="187858" y="26784"/>
                  <a:pt x="186244" y="22895"/>
                  <a:pt x="183382" y="19997"/>
                </a:cubicBezTo>
                <a:lnTo>
                  <a:pt x="167862" y="4476"/>
                </a:lnTo>
                <a:cubicBezTo>
                  <a:pt x="164963" y="1614"/>
                  <a:pt x="161074" y="0"/>
                  <a:pt x="157038" y="0"/>
                </a:cubicBezTo>
                <a:cubicBezTo>
                  <a:pt x="153002" y="0"/>
                  <a:pt x="149112" y="1614"/>
                  <a:pt x="146214" y="4476"/>
                </a:cubicBezTo>
                <a:close/>
                <a:moveTo>
                  <a:pt x="101414" y="49276"/>
                </a:moveTo>
                <a:lnTo>
                  <a:pt x="4476" y="146214"/>
                </a:lnTo>
                <a:cubicBezTo>
                  <a:pt x="1614" y="149112"/>
                  <a:pt x="0" y="153002"/>
                  <a:pt x="0" y="157038"/>
                </a:cubicBezTo>
                <a:cubicBezTo>
                  <a:pt x="0" y="161074"/>
                  <a:pt x="1614" y="164963"/>
                  <a:pt x="4476" y="167862"/>
                </a:cubicBezTo>
                <a:lnTo>
                  <a:pt x="19997" y="183382"/>
                </a:lnTo>
                <a:cubicBezTo>
                  <a:pt x="22895" y="186244"/>
                  <a:pt x="26784" y="187858"/>
                  <a:pt x="30820" y="187858"/>
                </a:cubicBezTo>
                <a:cubicBezTo>
                  <a:pt x="34857" y="187858"/>
                  <a:pt x="38746" y="186244"/>
                  <a:pt x="41644" y="183382"/>
                </a:cubicBezTo>
                <a:lnTo>
                  <a:pt x="138582" y="86444"/>
                </a:lnTo>
                <a:lnTo>
                  <a:pt x="101414" y="49276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41" name="Text 39"/>
          <p:cNvSpPr/>
          <p:nvPr/>
        </p:nvSpPr>
        <p:spPr>
          <a:xfrm>
            <a:off x="7128927" y="1549831"/>
            <a:ext cx="4621313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Hooks Listos para Copiar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94104" y="1925547"/>
            <a:ext cx="4762206" cy="375716"/>
          </a:xfrm>
          <a:custGeom>
            <a:avLst/>
            <a:gdLst/>
            <a:ahLst/>
            <a:cxnLst/>
            <a:rect l="l" t="t" r="r" b="b"/>
            <a:pathLst>
              <a:path w="4762206" h="375716">
                <a:moveTo>
                  <a:pt x="75143" y="0"/>
                </a:moveTo>
                <a:lnTo>
                  <a:pt x="4687063" y="0"/>
                </a:lnTo>
                <a:cubicBezTo>
                  <a:pt x="4728564" y="0"/>
                  <a:pt x="4762206" y="33643"/>
                  <a:pt x="4762206" y="75143"/>
                </a:cubicBezTo>
                <a:lnTo>
                  <a:pt x="4762206" y="300573"/>
                </a:lnTo>
                <a:cubicBezTo>
                  <a:pt x="4762206" y="342074"/>
                  <a:pt x="4728564" y="375716"/>
                  <a:pt x="468706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969247" y="2000690"/>
            <a:ext cx="4687063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"¿Con cuánto de entrega te lo llevás hoy?"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894104" y="2376407"/>
            <a:ext cx="4762206" cy="375716"/>
          </a:xfrm>
          <a:custGeom>
            <a:avLst/>
            <a:gdLst/>
            <a:ahLst/>
            <a:cxnLst/>
            <a:rect l="l" t="t" r="r" b="b"/>
            <a:pathLst>
              <a:path w="4762206" h="375716">
                <a:moveTo>
                  <a:pt x="75143" y="0"/>
                </a:moveTo>
                <a:lnTo>
                  <a:pt x="4687063" y="0"/>
                </a:lnTo>
                <a:cubicBezTo>
                  <a:pt x="4728564" y="0"/>
                  <a:pt x="4762206" y="33643"/>
                  <a:pt x="4762206" y="75143"/>
                </a:cubicBezTo>
                <a:lnTo>
                  <a:pt x="4762206" y="300573"/>
                </a:lnTo>
                <a:cubicBezTo>
                  <a:pt x="4762206" y="342074"/>
                  <a:pt x="4728564" y="375716"/>
                  <a:pt x="468706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969247" y="2451550"/>
            <a:ext cx="4687063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"¿Cuánto pagás por mes por este modelo?"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894104" y="2827267"/>
            <a:ext cx="4762206" cy="375716"/>
          </a:xfrm>
          <a:custGeom>
            <a:avLst/>
            <a:gdLst/>
            <a:ahLst/>
            <a:cxnLst/>
            <a:rect l="l" t="t" r="r" b="b"/>
            <a:pathLst>
              <a:path w="4762206" h="375716">
                <a:moveTo>
                  <a:pt x="75143" y="0"/>
                </a:moveTo>
                <a:lnTo>
                  <a:pt x="4687063" y="0"/>
                </a:lnTo>
                <a:cubicBezTo>
                  <a:pt x="4728564" y="0"/>
                  <a:pt x="4762206" y="33643"/>
                  <a:pt x="4762206" y="75143"/>
                </a:cubicBezTo>
                <a:lnTo>
                  <a:pt x="4762206" y="300573"/>
                </a:lnTo>
                <a:cubicBezTo>
                  <a:pt x="4762206" y="342074"/>
                  <a:pt x="4728564" y="375716"/>
                  <a:pt x="468706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969247" y="2902410"/>
            <a:ext cx="4687063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"3 cosas que revisamos antes de vender un usado"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894104" y="3278126"/>
            <a:ext cx="4762206" cy="375716"/>
          </a:xfrm>
          <a:custGeom>
            <a:avLst/>
            <a:gdLst/>
            <a:ahLst/>
            <a:cxnLst/>
            <a:rect l="l" t="t" r="r" b="b"/>
            <a:pathLst>
              <a:path w="4762206" h="375716">
                <a:moveTo>
                  <a:pt x="75143" y="0"/>
                </a:moveTo>
                <a:lnTo>
                  <a:pt x="4687063" y="0"/>
                </a:lnTo>
                <a:cubicBezTo>
                  <a:pt x="4728564" y="0"/>
                  <a:pt x="4762206" y="33643"/>
                  <a:pt x="4762206" y="75143"/>
                </a:cubicBezTo>
                <a:lnTo>
                  <a:pt x="4762206" y="300573"/>
                </a:lnTo>
                <a:cubicBezTo>
                  <a:pt x="4762206" y="342074"/>
                  <a:pt x="4728564" y="375716"/>
                  <a:pt x="468706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969247" y="3353270"/>
            <a:ext cx="4687063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"Este detalle te dice si está cuidado"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894104" y="3728986"/>
            <a:ext cx="4762206" cy="375716"/>
          </a:xfrm>
          <a:custGeom>
            <a:avLst/>
            <a:gdLst/>
            <a:ahLst/>
            <a:cxnLst/>
            <a:rect l="l" t="t" r="r" b="b"/>
            <a:pathLst>
              <a:path w="4762206" h="375716">
                <a:moveTo>
                  <a:pt x="75143" y="0"/>
                </a:moveTo>
                <a:lnTo>
                  <a:pt x="4687063" y="0"/>
                </a:lnTo>
                <a:cubicBezTo>
                  <a:pt x="4728564" y="0"/>
                  <a:pt x="4762206" y="33643"/>
                  <a:pt x="4762206" y="75143"/>
                </a:cubicBezTo>
                <a:lnTo>
                  <a:pt x="4762206" y="300573"/>
                </a:lnTo>
                <a:cubicBezTo>
                  <a:pt x="4762206" y="342074"/>
                  <a:pt x="4728564" y="375716"/>
                  <a:pt x="468706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969247" y="3804129"/>
            <a:ext cx="4687063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"Lo bueno y lo malo de este modelo en 20s"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894104" y="4179846"/>
            <a:ext cx="4762206" cy="375716"/>
          </a:xfrm>
          <a:custGeom>
            <a:avLst/>
            <a:gdLst/>
            <a:ahLst/>
            <a:cxnLst/>
            <a:rect l="l" t="t" r="r" b="b"/>
            <a:pathLst>
              <a:path w="4762206" h="375716">
                <a:moveTo>
                  <a:pt x="75143" y="0"/>
                </a:moveTo>
                <a:lnTo>
                  <a:pt x="4687063" y="0"/>
                </a:lnTo>
                <a:cubicBezTo>
                  <a:pt x="4728564" y="0"/>
                  <a:pt x="4762206" y="33643"/>
                  <a:pt x="4762206" y="75143"/>
                </a:cubicBezTo>
                <a:lnTo>
                  <a:pt x="4762206" y="300573"/>
                </a:lnTo>
                <a:cubicBezTo>
                  <a:pt x="4762206" y="342074"/>
                  <a:pt x="4728564" y="375716"/>
                  <a:pt x="468706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969247" y="4254989"/>
            <a:ext cx="4687063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"Si tu cuota es X, mirá esto"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894104" y="4630706"/>
            <a:ext cx="4762206" cy="375716"/>
          </a:xfrm>
          <a:custGeom>
            <a:avLst/>
            <a:gdLst/>
            <a:ahLst/>
            <a:cxnLst/>
            <a:rect l="l" t="t" r="r" b="b"/>
            <a:pathLst>
              <a:path w="4762206" h="375716">
                <a:moveTo>
                  <a:pt x="75143" y="0"/>
                </a:moveTo>
                <a:lnTo>
                  <a:pt x="4687063" y="0"/>
                </a:lnTo>
                <a:cubicBezTo>
                  <a:pt x="4728564" y="0"/>
                  <a:pt x="4762206" y="33643"/>
                  <a:pt x="4762206" y="75143"/>
                </a:cubicBezTo>
                <a:lnTo>
                  <a:pt x="4762206" y="300573"/>
                </a:lnTo>
                <a:cubicBezTo>
                  <a:pt x="4762206" y="342074"/>
                  <a:pt x="4728564" y="375716"/>
                  <a:pt x="468706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969247" y="4705849"/>
            <a:ext cx="4687063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"Comparativa rápida vs otro modelo"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894104" y="5081565"/>
            <a:ext cx="4762206" cy="375716"/>
          </a:xfrm>
          <a:custGeom>
            <a:avLst/>
            <a:gdLst/>
            <a:ahLst/>
            <a:cxnLst/>
            <a:rect l="l" t="t" r="r" b="b"/>
            <a:pathLst>
              <a:path w="4762206" h="375716">
                <a:moveTo>
                  <a:pt x="75143" y="0"/>
                </a:moveTo>
                <a:lnTo>
                  <a:pt x="4687063" y="0"/>
                </a:lnTo>
                <a:cubicBezTo>
                  <a:pt x="4728564" y="0"/>
                  <a:pt x="4762206" y="33643"/>
                  <a:pt x="4762206" y="75143"/>
                </a:cubicBezTo>
                <a:lnTo>
                  <a:pt x="4762206" y="300573"/>
                </a:lnTo>
                <a:cubicBezTo>
                  <a:pt x="4762206" y="342074"/>
                  <a:pt x="4728564" y="375716"/>
                  <a:pt x="468706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969247" y="5156709"/>
            <a:ext cx="4687063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"Qué documentos necesitás y por qué"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734424" y="5729676"/>
            <a:ext cx="5081565" cy="1127149"/>
          </a:xfrm>
          <a:custGeom>
            <a:avLst/>
            <a:gdLst/>
            <a:ahLst/>
            <a:cxnLst/>
            <a:rect l="l" t="t" r="r" b="b"/>
            <a:pathLst>
              <a:path w="5081565" h="1127149">
                <a:moveTo>
                  <a:pt x="112715" y="0"/>
                </a:moveTo>
                <a:lnTo>
                  <a:pt x="4968851" y="0"/>
                </a:lnTo>
                <a:cubicBezTo>
                  <a:pt x="5031101" y="0"/>
                  <a:pt x="5081565" y="50464"/>
                  <a:pt x="5081565" y="112715"/>
                </a:cubicBezTo>
                <a:lnTo>
                  <a:pt x="5081565" y="1014435"/>
                </a:lnTo>
                <a:cubicBezTo>
                  <a:pt x="5081565" y="1076685"/>
                  <a:pt x="5031101" y="1127149"/>
                  <a:pt x="4968851" y="1127149"/>
                </a:cubicBezTo>
                <a:lnTo>
                  <a:pt x="112715" y="1127149"/>
                </a:lnTo>
                <a:cubicBezTo>
                  <a:pt x="50464" y="1127149"/>
                  <a:pt x="0" y="1076685"/>
                  <a:pt x="0" y="1014435"/>
                </a:cubicBezTo>
                <a:lnTo>
                  <a:pt x="0" y="112715"/>
                </a:lnTo>
                <a:cubicBezTo>
                  <a:pt x="0" y="50506"/>
                  <a:pt x="50506" y="0"/>
                  <a:pt x="11271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59" name="Shape 57"/>
          <p:cNvSpPr/>
          <p:nvPr/>
        </p:nvSpPr>
        <p:spPr>
          <a:xfrm>
            <a:off x="6912890" y="5898749"/>
            <a:ext cx="225430" cy="225430"/>
          </a:xfrm>
          <a:custGeom>
            <a:avLst/>
            <a:gdLst/>
            <a:ahLst/>
            <a:cxnLst/>
            <a:rect l="l" t="t" r="r" b="b"/>
            <a:pathLst>
              <a:path w="225430" h="225430">
                <a:moveTo>
                  <a:pt x="56357" y="140894"/>
                </a:moveTo>
                <a:lnTo>
                  <a:pt x="10787" y="140894"/>
                </a:lnTo>
                <a:cubicBezTo>
                  <a:pt x="-176" y="140894"/>
                  <a:pt x="-6913" y="128962"/>
                  <a:pt x="-1277" y="119539"/>
                </a:cubicBezTo>
                <a:lnTo>
                  <a:pt x="22015" y="80706"/>
                </a:lnTo>
                <a:cubicBezTo>
                  <a:pt x="25845" y="74321"/>
                  <a:pt x="32714" y="70447"/>
                  <a:pt x="40155" y="70447"/>
                </a:cubicBezTo>
                <a:lnTo>
                  <a:pt x="81983" y="70447"/>
                </a:lnTo>
                <a:cubicBezTo>
                  <a:pt x="115489" y="13693"/>
                  <a:pt x="165462" y="10831"/>
                  <a:pt x="198880" y="15718"/>
                </a:cubicBezTo>
                <a:cubicBezTo>
                  <a:pt x="204516" y="16555"/>
                  <a:pt x="208919" y="20958"/>
                  <a:pt x="209711" y="26550"/>
                </a:cubicBezTo>
                <a:cubicBezTo>
                  <a:pt x="214599" y="59968"/>
                  <a:pt x="211737" y="109941"/>
                  <a:pt x="154983" y="143447"/>
                </a:cubicBezTo>
                <a:lnTo>
                  <a:pt x="154983" y="185275"/>
                </a:lnTo>
                <a:cubicBezTo>
                  <a:pt x="154983" y="192716"/>
                  <a:pt x="151108" y="199585"/>
                  <a:pt x="144724" y="203415"/>
                </a:cubicBezTo>
                <a:lnTo>
                  <a:pt x="105890" y="226707"/>
                </a:lnTo>
                <a:cubicBezTo>
                  <a:pt x="96512" y="232342"/>
                  <a:pt x="84536" y="225562"/>
                  <a:pt x="84536" y="214643"/>
                </a:cubicBezTo>
                <a:lnTo>
                  <a:pt x="84536" y="169072"/>
                </a:lnTo>
                <a:cubicBezTo>
                  <a:pt x="84536" y="153530"/>
                  <a:pt x="71900" y="140894"/>
                  <a:pt x="56357" y="140894"/>
                </a:cubicBezTo>
                <a:lnTo>
                  <a:pt x="56313" y="140894"/>
                </a:lnTo>
                <a:close/>
                <a:moveTo>
                  <a:pt x="176117" y="70447"/>
                </a:moveTo>
                <a:cubicBezTo>
                  <a:pt x="176117" y="58783"/>
                  <a:pt x="166647" y="49313"/>
                  <a:pt x="154983" y="49313"/>
                </a:cubicBezTo>
                <a:cubicBezTo>
                  <a:pt x="143319" y="49313"/>
                  <a:pt x="133849" y="58783"/>
                  <a:pt x="133849" y="70447"/>
                </a:cubicBezTo>
                <a:cubicBezTo>
                  <a:pt x="133849" y="82111"/>
                  <a:pt x="143319" y="91581"/>
                  <a:pt x="154983" y="91581"/>
                </a:cubicBezTo>
                <a:cubicBezTo>
                  <a:pt x="166647" y="91581"/>
                  <a:pt x="176117" y="82111"/>
                  <a:pt x="176117" y="70447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60" name="Text 58"/>
          <p:cNvSpPr/>
          <p:nvPr/>
        </p:nvSpPr>
        <p:spPr>
          <a:xfrm>
            <a:off x="7279213" y="5879963"/>
            <a:ext cx="1136542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Práctica en Clase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84711" y="6218108"/>
            <a:ext cx="4856136" cy="488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vendedor escribe 1 guion real de un auto del lote y lo grabamos en vertical, 1 toma continua.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558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spc="56" kern="0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MINUTO 45-85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00765"/>
            <a:ext cx="11644243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4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Publicidad Paga 2026: Meta + TikTok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3391" y="989496"/>
            <a:ext cx="1156473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Automatización con IA + seteo práctico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7809" y="1311965"/>
            <a:ext cx="5663096" cy="5026991"/>
          </a:xfrm>
          <a:custGeom>
            <a:avLst/>
            <a:gdLst/>
            <a:ahLst/>
            <a:cxnLst/>
            <a:rect l="l" t="t" r="r" b="b"/>
            <a:pathLst>
              <a:path w="5663096" h="5026991">
                <a:moveTo>
                  <a:pt x="106019" y="0"/>
                </a:moveTo>
                <a:lnTo>
                  <a:pt x="5557076" y="0"/>
                </a:lnTo>
                <a:cubicBezTo>
                  <a:pt x="5615629" y="0"/>
                  <a:pt x="5663096" y="47466"/>
                  <a:pt x="5663096" y="106019"/>
                </a:cubicBezTo>
                <a:lnTo>
                  <a:pt x="5663096" y="4920972"/>
                </a:lnTo>
                <a:cubicBezTo>
                  <a:pt x="5663096" y="4979525"/>
                  <a:pt x="5615629" y="5026991"/>
                  <a:pt x="5557076" y="5026991"/>
                </a:cubicBezTo>
                <a:lnTo>
                  <a:pt x="106019" y="5026991"/>
                </a:lnTo>
                <a:cubicBezTo>
                  <a:pt x="47466" y="5026991"/>
                  <a:pt x="0" y="4979525"/>
                  <a:pt x="0" y="4920972"/>
                </a:cubicBezTo>
                <a:lnTo>
                  <a:pt x="0" y="106019"/>
                </a:lnTo>
                <a:cubicBezTo>
                  <a:pt x="0" y="47506"/>
                  <a:pt x="47506" y="0"/>
                  <a:pt x="10601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5791" y="1466574"/>
            <a:ext cx="331304" cy="265043"/>
          </a:xfrm>
          <a:custGeom>
            <a:avLst/>
            <a:gdLst/>
            <a:ahLst/>
            <a:cxnLst/>
            <a:rect l="l" t="t" r="r" b="b"/>
            <a:pathLst>
              <a:path w="331304" h="265043">
                <a:moveTo>
                  <a:pt x="331304" y="164565"/>
                </a:moveTo>
                <a:cubicBezTo>
                  <a:pt x="331304" y="211828"/>
                  <a:pt x="310908" y="241438"/>
                  <a:pt x="274206" y="241438"/>
                </a:cubicBezTo>
                <a:cubicBezTo>
                  <a:pt x="241800" y="241438"/>
                  <a:pt x="224614" y="223527"/>
                  <a:pt x="192985" y="170725"/>
                </a:cubicBezTo>
                <a:lnTo>
                  <a:pt x="176730" y="143496"/>
                </a:lnTo>
                <a:cubicBezTo>
                  <a:pt x="172434" y="137025"/>
                  <a:pt x="169224" y="130969"/>
                  <a:pt x="165756" y="125378"/>
                </a:cubicBezTo>
                <a:cubicBezTo>
                  <a:pt x="155351" y="142875"/>
                  <a:pt x="141374" y="168344"/>
                  <a:pt x="141374" y="168344"/>
                </a:cubicBezTo>
                <a:cubicBezTo>
                  <a:pt x="106690" y="228704"/>
                  <a:pt x="87226" y="241438"/>
                  <a:pt x="60152" y="241438"/>
                </a:cubicBezTo>
                <a:cubicBezTo>
                  <a:pt x="22467" y="241438"/>
                  <a:pt x="0" y="211776"/>
                  <a:pt x="0" y="165911"/>
                </a:cubicBezTo>
                <a:cubicBezTo>
                  <a:pt x="0" y="91885"/>
                  <a:pt x="41310" y="21949"/>
                  <a:pt x="95198" y="21949"/>
                </a:cubicBezTo>
                <a:cubicBezTo>
                  <a:pt x="121185" y="21949"/>
                  <a:pt x="143755" y="34735"/>
                  <a:pt x="170156" y="68280"/>
                </a:cubicBezTo>
                <a:cubicBezTo>
                  <a:pt x="189361" y="42345"/>
                  <a:pt x="210585" y="21949"/>
                  <a:pt x="237763" y="21949"/>
                </a:cubicBezTo>
                <a:cubicBezTo>
                  <a:pt x="289063" y="21949"/>
                  <a:pt x="331304" y="87019"/>
                  <a:pt x="331304" y="164565"/>
                </a:cubicBezTo>
                <a:close/>
                <a:moveTo>
                  <a:pt x="148776" y="99495"/>
                </a:moveTo>
                <a:cubicBezTo>
                  <a:pt x="126569" y="67348"/>
                  <a:pt x="112074" y="57823"/>
                  <a:pt x="94732" y="57823"/>
                </a:cubicBezTo>
                <a:cubicBezTo>
                  <a:pt x="62689" y="57823"/>
                  <a:pt x="35822" y="112747"/>
                  <a:pt x="35822" y="166532"/>
                </a:cubicBezTo>
                <a:cubicBezTo>
                  <a:pt x="35822" y="191639"/>
                  <a:pt x="45399" y="205719"/>
                  <a:pt x="61498" y="205719"/>
                </a:cubicBezTo>
                <a:cubicBezTo>
                  <a:pt x="77132" y="205719"/>
                  <a:pt x="86864" y="195884"/>
                  <a:pt x="114921" y="151986"/>
                </a:cubicBezTo>
                <a:cubicBezTo>
                  <a:pt x="114921" y="151986"/>
                  <a:pt x="127707" y="131745"/>
                  <a:pt x="148776" y="99495"/>
                </a:cubicBezTo>
                <a:close/>
                <a:moveTo>
                  <a:pt x="274983" y="205719"/>
                </a:moveTo>
                <a:cubicBezTo>
                  <a:pt x="291651" y="205719"/>
                  <a:pt x="299261" y="191484"/>
                  <a:pt x="299261" y="166946"/>
                </a:cubicBezTo>
                <a:cubicBezTo>
                  <a:pt x="299261" y="102653"/>
                  <a:pt x="271152" y="50265"/>
                  <a:pt x="235485" y="50265"/>
                </a:cubicBezTo>
                <a:cubicBezTo>
                  <a:pt x="218299" y="50265"/>
                  <a:pt x="203856" y="63673"/>
                  <a:pt x="186359" y="90643"/>
                </a:cubicBezTo>
                <a:cubicBezTo>
                  <a:pt x="191225" y="97787"/>
                  <a:pt x="196246" y="105655"/>
                  <a:pt x="201526" y="114145"/>
                </a:cubicBezTo>
                <a:lnTo>
                  <a:pt x="220939" y="146447"/>
                </a:lnTo>
                <a:cubicBezTo>
                  <a:pt x="251325" y="195159"/>
                  <a:pt x="258987" y="205719"/>
                  <a:pt x="274983" y="205719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7" name="Text 5"/>
          <p:cNvSpPr/>
          <p:nvPr/>
        </p:nvSpPr>
        <p:spPr>
          <a:xfrm>
            <a:off x="940904" y="1457739"/>
            <a:ext cx="821635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Meta Ads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3583" y="1846470"/>
            <a:ext cx="5371548" cy="989496"/>
          </a:xfrm>
          <a:custGeom>
            <a:avLst/>
            <a:gdLst/>
            <a:ahLst/>
            <a:cxnLst/>
            <a:rect l="l" t="t" r="r" b="b"/>
            <a:pathLst>
              <a:path w="5371548" h="989496">
                <a:moveTo>
                  <a:pt x="70680" y="0"/>
                </a:moveTo>
                <a:lnTo>
                  <a:pt x="5300868" y="0"/>
                </a:lnTo>
                <a:cubicBezTo>
                  <a:pt x="5339903" y="0"/>
                  <a:pt x="5371548" y="31644"/>
                  <a:pt x="5371548" y="70680"/>
                </a:cubicBezTo>
                <a:lnTo>
                  <a:pt x="5371548" y="918816"/>
                </a:lnTo>
                <a:cubicBezTo>
                  <a:pt x="5371548" y="957851"/>
                  <a:pt x="5339903" y="989496"/>
                  <a:pt x="5300868" y="989496"/>
                </a:cubicBezTo>
                <a:lnTo>
                  <a:pt x="70680" y="989496"/>
                </a:lnTo>
                <a:cubicBezTo>
                  <a:pt x="31644" y="989496"/>
                  <a:pt x="0" y="957851"/>
                  <a:pt x="0" y="918816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1952487"/>
            <a:ext cx="5239026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Campañas Que Más Sirven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6104" y="2305878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120043" y="19354"/>
                </a:moveTo>
                <a:cubicBezTo>
                  <a:pt x="123991" y="22225"/>
                  <a:pt x="124874" y="27747"/>
                  <a:pt x="122003" y="31695"/>
                </a:cubicBezTo>
                <a:lnTo>
                  <a:pt x="51325" y="128877"/>
                </a:lnTo>
                <a:cubicBezTo>
                  <a:pt x="49806" y="130976"/>
                  <a:pt x="47459" y="132273"/>
                  <a:pt x="44864" y="132494"/>
                </a:cubicBezTo>
                <a:cubicBezTo>
                  <a:pt x="42269" y="132715"/>
                  <a:pt x="39757" y="131749"/>
                  <a:pt x="37934" y="129927"/>
                </a:cubicBezTo>
                <a:lnTo>
                  <a:pt x="2595" y="94587"/>
                </a:lnTo>
                <a:cubicBezTo>
                  <a:pt x="-856" y="91136"/>
                  <a:pt x="-856" y="85532"/>
                  <a:pt x="2595" y="82081"/>
                </a:cubicBezTo>
                <a:cubicBezTo>
                  <a:pt x="6046" y="78630"/>
                  <a:pt x="11651" y="78630"/>
                  <a:pt x="15102" y="82081"/>
                </a:cubicBezTo>
                <a:lnTo>
                  <a:pt x="43125" y="110103"/>
                </a:lnTo>
                <a:lnTo>
                  <a:pt x="107729" y="21286"/>
                </a:lnTo>
                <a:cubicBezTo>
                  <a:pt x="110600" y="17338"/>
                  <a:pt x="116122" y="16455"/>
                  <a:pt x="120070" y="19326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1" name="Text 9"/>
          <p:cNvSpPr/>
          <p:nvPr/>
        </p:nvSpPr>
        <p:spPr>
          <a:xfrm>
            <a:off x="856974" y="2270539"/>
            <a:ext cx="2570922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Click a WhatsApp:</a:t>
            </a:r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leads calientes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6104" y="2553252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120043" y="19354"/>
                </a:moveTo>
                <a:cubicBezTo>
                  <a:pt x="123991" y="22225"/>
                  <a:pt x="124874" y="27747"/>
                  <a:pt x="122003" y="31695"/>
                </a:cubicBezTo>
                <a:lnTo>
                  <a:pt x="51325" y="128877"/>
                </a:lnTo>
                <a:cubicBezTo>
                  <a:pt x="49806" y="130976"/>
                  <a:pt x="47459" y="132273"/>
                  <a:pt x="44864" y="132494"/>
                </a:cubicBezTo>
                <a:cubicBezTo>
                  <a:pt x="42269" y="132715"/>
                  <a:pt x="39757" y="131749"/>
                  <a:pt x="37934" y="129927"/>
                </a:cubicBezTo>
                <a:lnTo>
                  <a:pt x="2595" y="94587"/>
                </a:lnTo>
                <a:cubicBezTo>
                  <a:pt x="-856" y="91136"/>
                  <a:pt x="-856" y="85532"/>
                  <a:pt x="2595" y="82081"/>
                </a:cubicBezTo>
                <a:cubicBezTo>
                  <a:pt x="6046" y="78630"/>
                  <a:pt x="11651" y="78630"/>
                  <a:pt x="15102" y="82081"/>
                </a:cubicBezTo>
                <a:lnTo>
                  <a:pt x="43125" y="110103"/>
                </a:lnTo>
                <a:lnTo>
                  <a:pt x="107729" y="21286"/>
                </a:lnTo>
                <a:cubicBezTo>
                  <a:pt x="110600" y="17338"/>
                  <a:pt x="116122" y="16455"/>
                  <a:pt x="120070" y="19326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3" name="Text 11"/>
          <p:cNvSpPr/>
          <p:nvPr/>
        </p:nvSpPr>
        <p:spPr>
          <a:xfrm>
            <a:off x="856974" y="2517913"/>
            <a:ext cx="3586922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 Ads + Instant Form:</a:t>
            </a:r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Volumen con menos fricción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3583" y="2906643"/>
            <a:ext cx="5371548" cy="1731617"/>
          </a:xfrm>
          <a:custGeom>
            <a:avLst/>
            <a:gdLst/>
            <a:ahLst/>
            <a:cxnLst/>
            <a:rect l="l" t="t" r="r" b="b"/>
            <a:pathLst>
              <a:path w="5371548" h="1731617">
                <a:moveTo>
                  <a:pt x="70685" y="0"/>
                </a:moveTo>
                <a:lnTo>
                  <a:pt x="5300863" y="0"/>
                </a:lnTo>
                <a:cubicBezTo>
                  <a:pt x="5339901" y="0"/>
                  <a:pt x="5371548" y="31647"/>
                  <a:pt x="5371548" y="70685"/>
                </a:cubicBezTo>
                <a:lnTo>
                  <a:pt x="5371548" y="1660933"/>
                </a:lnTo>
                <a:cubicBezTo>
                  <a:pt x="5371548" y="1699971"/>
                  <a:pt x="5339901" y="1731617"/>
                  <a:pt x="5300863" y="1731617"/>
                </a:cubicBezTo>
                <a:lnTo>
                  <a:pt x="70685" y="1731617"/>
                </a:lnTo>
                <a:cubicBezTo>
                  <a:pt x="31647" y="1731617"/>
                  <a:pt x="0" y="1699971"/>
                  <a:pt x="0" y="1660933"/>
                </a:cubicBezTo>
                <a:lnTo>
                  <a:pt x="0" y="70685"/>
                </a:lnTo>
                <a:cubicBezTo>
                  <a:pt x="0" y="31673"/>
                  <a:pt x="31673" y="0"/>
                  <a:pt x="7068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3012661"/>
            <a:ext cx="5239026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Estructura Recomendada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3330713"/>
            <a:ext cx="12368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5910" y="3330713"/>
            <a:ext cx="2040835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Campaña Mensajes WhatsApp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0957" y="3578087"/>
            <a:ext cx="212035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3670" y="3578087"/>
            <a:ext cx="25002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conjuntos: amplio ciudad + retarget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0957" y="3825461"/>
            <a:ext cx="212035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33670" y="3825461"/>
            <a:ext cx="162560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3-5 videos por conjunto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" y="4072835"/>
            <a:ext cx="15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9791" y="4072835"/>
            <a:ext cx="142240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Campaña Lead Form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0957" y="4320209"/>
            <a:ext cx="212035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33670" y="4320209"/>
            <a:ext cx="2897809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conjunto amplio, 2 formatos de formulario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3583" y="4708939"/>
            <a:ext cx="5371548" cy="1484243"/>
          </a:xfrm>
          <a:custGeom>
            <a:avLst/>
            <a:gdLst/>
            <a:ahLst/>
            <a:cxnLst/>
            <a:rect l="l" t="t" r="r" b="b"/>
            <a:pathLst>
              <a:path w="5371548" h="1484243">
                <a:moveTo>
                  <a:pt x="70680" y="0"/>
                </a:moveTo>
                <a:lnTo>
                  <a:pt x="5300868" y="0"/>
                </a:lnTo>
                <a:cubicBezTo>
                  <a:pt x="5339903" y="0"/>
                  <a:pt x="5371548" y="31644"/>
                  <a:pt x="5371548" y="70680"/>
                </a:cubicBezTo>
                <a:lnTo>
                  <a:pt x="5371548" y="1413564"/>
                </a:lnTo>
                <a:cubicBezTo>
                  <a:pt x="5371548" y="1452599"/>
                  <a:pt x="5339903" y="1484243"/>
                  <a:pt x="5300868" y="1484243"/>
                </a:cubicBezTo>
                <a:lnTo>
                  <a:pt x="70680" y="1484243"/>
                </a:lnTo>
                <a:cubicBezTo>
                  <a:pt x="31644" y="1484243"/>
                  <a:pt x="0" y="1452599"/>
                  <a:pt x="0" y="1413564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09600" y="4814957"/>
            <a:ext cx="5239026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Automatizaciones Clave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9600" y="5133009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Advantage+ Creative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9600" y="5380383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Advantage+ Placements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9600" y="5627757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Advantage+ Catalog Ads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9600" y="5875130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Conversions API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69025" y="1311965"/>
            <a:ext cx="5663096" cy="5026991"/>
          </a:xfrm>
          <a:custGeom>
            <a:avLst/>
            <a:gdLst/>
            <a:ahLst/>
            <a:cxnLst/>
            <a:rect l="l" t="t" r="r" b="b"/>
            <a:pathLst>
              <a:path w="5663096" h="5026991">
                <a:moveTo>
                  <a:pt x="106019" y="0"/>
                </a:moveTo>
                <a:lnTo>
                  <a:pt x="5557076" y="0"/>
                </a:lnTo>
                <a:cubicBezTo>
                  <a:pt x="5615629" y="0"/>
                  <a:pt x="5663096" y="47466"/>
                  <a:pt x="5663096" y="106019"/>
                </a:cubicBezTo>
                <a:lnTo>
                  <a:pt x="5663096" y="4920972"/>
                </a:lnTo>
                <a:cubicBezTo>
                  <a:pt x="5663096" y="4979525"/>
                  <a:pt x="5615629" y="5026991"/>
                  <a:pt x="5557076" y="5026991"/>
                </a:cubicBezTo>
                <a:lnTo>
                  <a:pt x="106019" y="5026991"/>
                </a:lnTo>
                <a:cubicBezTo>
                  <a:pt x="47466" y="5026991"/>
                  <a:pt x="0" y="4979525"/>
                  <a:pt x="0" y="4920972"/>
                </a:cubicBezTo>
                <a:lnTo>
                  <a:pt x="0" y="106019"/>
                </a:lnTo>
                <a:cubicBezTo>
                  <a:pt x="0" y="47506"/>
                  <a:pt x="47506" y="0"/>
                  <a:pt x="106019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20000"/>
                </a:srgbClr>
              </a:gs>
              <a:gs pos="100000">
                <a:srgbClr val="D95B1E">
                  <a:alpha val="5000"/>
                </a:srgbClr>
              </a:gs>
            </a:gsLst>
            <a:lin ang="2700000" scaled="1"/>
          </a:gradFill>
          <a:ln w="127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66703" y="1466574"/>
            <a:ext cx="231913" cy="265043"/>
          </a:xfrm>
          <a:custGeom>
            <a:avLst/>
            <a:gdLst/>
            <a:ahLst/>
            <a:cxnLst/>
            <a:rect l="l" t="t" r="r" b="b"/>
            <a:pathLst>
              <a:path w="231913" h="265043">
                <a:moveTo>
                  <a:pt x="232172" y="108657"/>
                </a:moveTo>
                <a:cubicBezTo>
                  <a:pt x="209395" y="108709"/>
                  <a:pt x="187135" y="101617"/>
                  <a:pt x="168603" y="88365"/>
                </a:cubicBezTo>
                <a:lnTo>
                  <a:pt x="168603" y="180871"/>
                </a:lnTo>
                <a:cubicBezTo>
                  <a:pt x="168603" y="198006"/>
                  <a:pt x="163374" y="214727"/>
                  <a:pt x="153591" y="228807"/>
                </a:cubicBezTo>
                <a:cubicBezTo>
                  <a:pt x="143807" y="242888"/>
                  <a:pt x="129985" y="253655"/>
                  <a:pt x="113938" y="259660"/>
                </a:cubicBezTo>
                <a:cubicBezTo>
                  <a:pt x="97890" y="265665"/>
                  <a:pt x="80393" y="266648"/>
                  <a:pt x="63776" y="262403"/>
                </a:cubicBezTo>
                <a:cubicBezTo>
                  <a:pt x="47159" y="258159"/>
                  <a:pt x="32250" y="248996"/>
                  <a:pt x="20965" y="236106"/>
                </a:cubicBezTo>
                <a:cubicBezTo>
                  <a:pt x="9680" y="223216"/>
                  <a:pt x="2692" y="207117"/>
                  <a:pt x="776" y="190086"/>
                </a:cubicBezTo>
                <a:cubicBezTo>
                  <a:pt x="-1139" y="173055"/>
                  <a:pt x="2278" y="155868"/>
                  <a:pt x="10405" y="140804"/>
                </a:cubicBezTo>
                <a:cubicBezTo>
                  <a:pt x="18532" y="125740"/>
                  <a:pt x="31112" y="113524"/>
                  <a:pt x="46434" y="105759"/>
                </a:cubicBezTo>
                <a:cubicBezTo>
                  <a:pt x="61757" y="97994"/>
                  <a:pt x="78995" y="95146"/>
                  <a:pt x="95975" y="97476"/>
                </a:cubicBezTo>
                <a:lnTo>
                  <a:pt x="95975" y="144014"/>
                </a:lnTo>
                <a:cubicBezTo>
                  <a:pt x="88210" y="141581"/>
                  <a:pt x="79875" y="141633"/>
                  <a:pt x="72162" y="144221"/>
                </a:cubicBezTo>
                <a:cubicBezTo>
                  <a:pt x="64449" y="146809"/>
                  <a:pt x="57719" y="151779"/>
                  <a:pt x="53009" y="158353"/>
                </a:cubicBezTo>
                <a:cubicBezTo>
                  <a:pt x="48298" y="164927"/>
                  <a:pt x="45761" y="172899"/>
                  <a:pt x="45813" y="181079"/>
                </a:cubicBezTo>
                <a:cubicBezTo>
                  <a:pt x="45865" y="189258"/>
                  <a:pt x="48505" y="197126"/>
                  <a:pt x="53319" y="203700"/>
                </a:cubicBezTo>
                <a:cubicBezTo>
                  <a:pt x="58134" y="210275"/>
                  <a:pt x="64915" y="215141"/>
                  <a:pt x="72680" y="217626"/>
                </a:cubicBezTo>
                <a:cubicBezTo>
                  <a:pt x="80445" y="220110"/>
                  <a:pt x="88779" y="220110"/>
                  <a:pt x="96492" y="217574"/>
                </a:cubicBezTo>
                <a:cubicBezTo>
                  <a:pt x="104206" y="215037"/>
                  <a:pt x="110987" y="210119"/>
                  <a:pt x="115749" y="203545"/>
                </a:cubicBezTo>
                <a:cubicBezTo>
                  <a:pt x="120512" y="196971"/>
                  <a:pt x="123100" y="188999"/>
                  <a:pt x="123100" y="180871"/>
                </a:cubicBezTo>
                <a:lnTo>
                  <a:pt x="123100" y="0"/>
                </a:lnTo>
                <a:lnTo>
                  <a:pt x="168655" y="0"/>
                </a:lnTo>
                <a:cubicBezTo>
                  <a:pt x="168603" y="3831"/>
                  <a:pt x="168965" y="7713"/>
                  <a:pt x="169638" y="11492"/>
                </a:cubicBezTo>
                <a:cubicBezTo>
                  <a:pt x="171243" y="19930"/>
                  <a:pt x="174504" y="28006"/>
                  <a:pt x="179318" y="35149"/>
                </a:cubicBezTo>
                <a:cubicBezTo>
                  <a:pt x="184133" y="42293"/>
                  <a:pt x="190345" y="48401"/>
                  <a:pt x="197540" y="53060"/>
                </a:cubicBezTo>
                <a:cubicBezTo>
                  <a:pt x="207842" y="59842"/>
                  <a:pt x="219903" y="63465"/>
                  <a:pt x="232224" y="63465"/>
                </a:cubicBezTo>
                <a:lnTo>
                  <a:pt x="232224" y="108709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4" name="Text 32"/>
          <p:cNvSpPr/>
          <p:nvPr/>
        </p:nvSpPr>
        <p:spPr>
          <a:xfrm>
            <a:off x="6752121" y="1457739"/>
            <a:ext cx="927652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TikTok Ads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14799" y="1846470"/>
            <a:ext cx="5371548" cy="1766957"/>
          </a:xfrm>
          <a:custGeom>
            <a:avLst/>
            <a:gdLst/>
            <a:ahLst/>
            <a:cxnLst/>
            <a:rect l="l" t="t" r="r" b="b"/>
            <a:pathLst>
              <a:path w="5371548" h="1766957">
                <a:moveTo>
                  <a:pt x="70678" y="0"/>
                </a:moveTo>
                <a:lnTo>
                  <a:pt x="5300870" y="0"/>
                </a:lnTo>
                <a:cubicBezTo>
                  <a:pt x="5339904" y="0"/>
                  <a:pt x="5371548" y="31644"/>
                  <a:pt x="5371548" y="70678"/>
                </a:cubicBezTo>
                <a:lnTo>
                  <a:pt x="5371548" y="1696278"/>
                </a:lnTo>
                <a:cubicBezTo>
                  <a:pt x="5371548" y="1735313"/>
                  <a:pt x="5339904" y="1766957"/>
                  <a:pt x="5300870" y="1766957"/>
                </a:cubicBezTo>
                <a:lnTo>
                  <a:pt x="70678" y="1766957"/>
                </a:lnTo>
                <a:cubicBezTo>
                  <a:pt x="31644" y="1766957"/>
                  <a:pt x="0" y="1735313"/>
                  <a:pt x="0" y="1696278"/>
                </a:cubicBezTo>
                <a:lnTo>
                  <a:pt x="0" y="70678"/>
                </a:lnTo>
                <a:cubicBezTo>
                  <a:pt x="0" y="31644"/>
                  <a:pt x="31644" y="0"/>
                  <a:pt x="70678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20816" y="1952487"/>
            <a:ext cx="5239026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 Caminos Que Más Rinden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0816" y="2270539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0"/>
                </a:moveTo>
                <a:lnTo>
                  <a:pt x="106017" y="0"/>
                </a:lnTo>
                <a:cubicBezTo>
                  <a:pt x="164530" y="0"/>
                  <a:pt x="212035" y="47505"/>
                  <a:pt x="212035" y="106017"/>
                </a:cubicBezTo>
                <a:lnTo>
                  <a:pt x="212035" y="106017"/>
                </a:lnTo>
                <a:cubicBezTo>
                  <a:pt x="212035" y="164530"/>
                  <a:pt x="164530" y="212035"/>
                  <a:pt x="106017" y="212035"/>
                </a:cubicBezTo>
                <a:lnTo>
                  <a:pt x="106017" y="212035"/>
                </a:lnTo>
                <a:cubicBezTo>
                  <a:pt x="47505" y="212035"/>
                  <a:pt x="0" y="164530"/>
                  <a:pt x="0" y="106017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8" name="Text 36"/>
          <p:cNvSpPr/>
          <p:nvPr/>
        </p:nvSpPr>
        <p:spPr>
          <a:xfrm>
            <a:off x="6502400" y="2288209"/>
            <a:ext cx="114852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03529" y="2270539"/>
            <a:ext cx="250907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Smart+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03529" y="2482574"/>
            <a:ext cx="250024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con automatización completa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20816" y="2694609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0"/>
                </a:moveTo>
                <a:lnTo>
                  <a:pt x="106017" y="0"/>
                </a:lnTo>
                <a:cubicBezTo>
                  <a:pt x="164530" y="0"/>
                  <a:pt x="212035" y="47505"/>
                  <a:pt x="212035" y="106017"/>
                </a:cubicBezTo>
                <a:lnTo>
                  <a:pt x="212035" y="106017"/>
                </a:lnTo>
                <a:cubicBezTo>
                  <a:pt x="212035" y="164530"/>
                  <a:pt x="164530" y="212035"/>
                  <a:pt x="106017" y="212035"/>
                </a:cubicBezTo>
                <a:lnTo>
                  <a:pt x="106017" y="212035"/>
                </a:lnTo>
                <a:cubicBezTo>
                  <a:pt x="47505" y="212035"/>
                  <a:pt x="0" y="164530"/>
                  <a:pt x="0" y="106017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047" y="2712278"/>
            <a:ext cx="132522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03529" y="2694609"/>
            <a:ext cx="2023165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Ads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03529" y="2906643"/>
            <a:ext cx="201433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Impulsar orgánico que ya funciona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20816" y="3118678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0"/>
                </a:moveTo>
                <a:lnTo>
                  <a:pt x="106017" y="0"/>
                </a:lnTo>
                <a:cubicBezTo>
                  <a:pt x="164530" y="0"/>
                  <a:pt x="212035" y="47505"/>
                  <a:pt x="212035" y="106017"/>
                </a:cubicBezTo>
                <a:lnTo>
                  <a:pt x="212035" y="106017"/>
                </a:lnTo>
                <a:cubicBezTo>
                  <a:pt x="212035" y="164530"/>
                  <a:pt x="164530" y="212035"/>
                  <a:pt x="106017" y="212035"/>
                </a:cubicBezTo>
                <a:lnTo>
                  <a:pt x="106017" y="212035"/>
                </a:lnTo>
                <a:cubicBezTo>
                  <a:pt x="47505" y="212035"/>
                  <a:pt x="0" y="164530"/>
                  <a:pt x="0" y="106017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6" name="Text 44"/>
          <p:cNvSpPr/>
          <p:nvPr/>
        </p:nvSpPr>
        <p:spPr>
          <a:xfrm>
            <a:off x="6490390" y="3136348"/>
            <a:ext cx="132522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03529" y="3118678"/>
            <a:ext cx="1758122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Lead Gen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03529" y="3330713"/>
            <a:ext cx="174928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Instant form dentro de TikTok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14799" y="3684104"/>
            <a:ext cx="5371548" cy="1484243"/>
          </a:xfrm>
          <a:custGeom>
            <a:avLst/>
            <a:gdLst/>
            <a:ahLst/>
            <a:cxnLst/>
            <a:rect l="l" t="t" r="r" b="b"/>
            <a:pathLst>
              <a:path w="5371548" h="1484243">
                <a:moveTo>
                  <a:pt x="70680" y="0"/>
                </a:moveTo>
                <a:lnTo>
                  <a:pt x="5300868" y="0"/>
                </a:lnTo>
                <a:cubicBezTo>
                  <a:pt x="5339903" y="0"/>
                  <a:pt x="5371548" y="31644"/>
                  <a:pt x="5371548" y="70680"/>
                </a:cubicBezTo>
                <a:lnTo>
                  <a:pt x="5371548" y="1413564"/>
                </a:lnTo>
                <a:cubicBezTo>
                  <a:pt x="5371548" y="1452599"/>
                  <a:pt x="5339903" y="1484243"/>
                  <a:pt x="5300868" y="1484243"/>
                </a:cubicBezTo>
                <a:lnTo>
                  <a:pt x="70680" y="1484243"/>
                </a:lnTo>
                <a:cubicBezTo>
                  <a:pt x="31644" y="1484243"/>
                  <a:pt x="0" y="1452599"/>
                  <a:pt x="0" y="1413564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20816" y="3790122"/>
            <a:ext cx="5239026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Estructura Smart+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20816" y="4108174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Objetivo: Leads o mensajes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20816" y="4355548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6-10 videos cortos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20816" y="4602922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Audience amplio (dejá que la IA encuentre)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20816" y="4850296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Optimizar a lead o conversación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14799" y="5239026"/>
            <a:ext cx="5371548" cy="636104"/>
          </a:xfrm>
          <a:custGeom>
            <a:avLst/>
            <a:gdLst/>
            <a:ahLst/>
            <a:cxnLst/>
            <a:rect l="l" t="t" r="r" b="b"/>
            <a:pathLst>
              <a:path w="5371548" h="636104">
                <a:moveTo>
                  <a:pt x="70678" y="0"/>
                </a:moveTo>
                <a:lnTo>
                  <a:pt x="5300870" y="0"/>
                </a:lnTo>
                <a:cubicBezTo>
                  <a:pt x="5339904" y="0"/>
                  <a:pt x="5371548" y="31643"/>
                  <a:pt x="5371548" y="70678"/>
                </a:cubicBezTo>
                <a:lnTo>
                  <a:pt x="5371548" y="565427"/>
                </a:lnTo>
                <a:cubicBezTo>
                  <a:pt x="5371548" y="604461"/>
                  <a:pt x="5339904" y="636104"/>
                  <a:pt x="5300870" y="636104"/>
                </a:cubicBezTo>
                <a:lnTo>
                  <a:pt x="70678" y="636104"/>
                </a:lnTo>
                <a:cubicBezTo>
                  <a:pt x="31643" y="636104"/>
                  <a:pt x="0" y="604461"/>
                  <a:pt x="0" y="565427"/>
                </a:cubicBezTo>
                <a:lnTo>
                  <a:pt x="0" y="70678"/>
                </a:lnTo>
                <a:cubicBezTo>
                  <a:pt x="0" y="31643"/>
                  <a:pt x="31643" y="0"/>
                  <a:pt x="70678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6" name="Shape 54"/>
          <p:cNvSpPr/>
          <p:nvPr/>
        </p:nvSpPr>
        <p:spPr>
          <a:xfrm>
            <a:off x="6456155" y="5389217"/>
            <a:ext cx="106017" cy="141357"/>
          </a:xfrm>
          <a:custGeom>
            <a:avLst/>
            <a:gdLst/>
            <a:ahLst/>
            <a:cxnLst/>
            <a:rect l="l" t="t" r="r" b="b"/>
            <a:pathLst>
              <a:path w="106017" h="141357">
                <a:moveTo>
                  <a:pt x="80866" y="106017"/>
                </a:moveTo>
                <a:cubicBezTo>
                  <a:pt x="82881" y="99861"/>
                  <a:pt x="86912" y="94284"/>
                  <a:pt x="91468" y="89480"/>
                </a:cubicBezTo>
                <a:cubicBezTo>
                  <a:pt x="100496" y="79982"/>
                  <a:pt x="106017" y="67144"/>
                  <a:pt x="106017" y="53009"/>
                </a:cubicBezTo>
                <a:cubicBezTo>
                  <a:pt x="106017" y="23743"/>
                  <a:pt x="82274" y="0"/>
                  <a:pt x="53009" y="0"/>
                </a:cubicBezTo>
                <a:cubicBezTo>
                  <a:pt x="23743" y="0"/>
                  <a:pt x="0" y="23743"/>
                  <a:pt x="0" y="53009"/>
                </a:cubicBezTo>
                <a:cubicBezTo>
                  <a:pt x="0" y="67144"/>
                  <a:pt x="5522" y="79982"/>
                  <a:pt x="14550" y="89480"/>
                </a:cubicBezTo>
                <a:cubicBezTo>
                  <a:pt x="19105" y="94284"/>
                  <a:pt x="23164" y="99861"/>
                  <a:pt x="25152" y="106017"/>
                </a:cubicBezTo>
                <a:lnTo>
                  <a:pt x="80838" y="106017"/>
                </a:lnTo>
                <a:close/>
                <a:moveTo>
                  <a:pt x="79513" y="119270"/>
                </a:moveTo>
                <a:lnTo>
                  <a:pt x="26504" y="119270"/>
                </a:lnTo>
                <a:lnTo>
                  <a:pt x="26504" y="123687"/>
                </a:lnTo>
                <a:cubicBezTo>
                  <a:pt x="26504" y="135890"/>
                  <a:pt x="36388" y="145774"/>
                  <a:pt x="48591" y="145774"/>
                </a:cubicBezTo>
                <a:lnTo>
                  <a:pt x="57426" y="145774"/>
                </a:lnTo>
                <a:cubicBezTo>
                  <a:pt x="69629" y="145774"/>
                  <a:pt x="79513" y="135890"/>
                  <a:pt x="79513" y="123687"/>
                </a:cubicBezTo>
                <a:lnTo>
                  <a:pt x="79513" y="119270"/>
                </a:lnTo>
                <a:close/>
                <a:moveTo>
                  <a:pt x="50800" y="30922"/>
                </a:moveTo>
                <a:cubicBezTo>
                  <a:pt x="39812" y="30922"/>
                  <a:pt x="30922" y="39812"/>
                  <a:pt x="30922" y="50800"/>
                </a:cubicBezTo>
                <a:cubicBezTo>
                  <a:pt x="30922" y="54472"/>
                  <a:pt x="27968" y="57426"/>
                  <a:pt x="24296" y="57426"/>
                </a:cubicBezTo>
                <a:cubicBezTo>
                  <a:pt x="20624" y="57426"/>
                  <a:pt x="17670" y="54472"/>
                  <a:pt x="17670" y="50800"/>
                </a:cubicBezTo>
                <a:cubicBezTo>
                  <a:pt x="17670" y="32495"/>
                  <a:pt x="32495" y="17670"/>
                  <a:pt x="50800" y="17670"/>
                </a:cubicBezTo>
                <a:cubicBezTo>
                  <a:pt x="54472" y="17670"/>
                  <a:pt x="57426" y="20624"/>
                  <a:pt x="57426" y="24296"/>
                </a:cubicBezTo>
                <a:cubicBezTo>
                  <a:pt x="57426" y="27968"/>
                  <a:pt x="54472" y="30922"/>
                  <a:pt x="50800" y="30922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57" name="Text 55"/>
          <p:cNvSpPr/>
          <p:nvPr/>
        </p:nvSpPr>
        <p:spPr>
          <a:xfrm>
            <a:off x="6646679" y="5345043"/>
            <a:ext cx="5004328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Smart+ sirve para equipos chicos:</a:t>
            </a:r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menos tiempo de seteo, más foco en creatividades.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57809" y="6418470"/>
            <a:ext cx="11476383" cy="432904"/>
          </a:xfrm>
          <a:custGeom>
            <a:avLst/>
            <a:gdLst/>
            <a:ahLst/>
            <a:cxnLst/>
            <a:rect l="l" t="t" r="r" b="b"/>
            <a:pathLst>
              <a:path w="11476383" h="432904">
                <a:moveTo>
                  <a:pt x="70680" y="0"/>
                </a:moveTo>
                <a:lnTo>
                  <a:pt x="11405702" y="0"/>
                </a:lnTo>
                <a:cubicBezTo>
                  <a:pt x="11444738" y="0"/>
                  <a:pt x="11476383" y="31645"/>
                  <a:pt x="11476383" y="70680"/>
                </a:cubicBezTo>
                <a:lnTo>
                  <a:pt x="11476383" y="362224"/>
                </a:lnTo>
                <a:cubicBezTo>
                  <a:pt x="11476383" y="401260"/>
                  <a:pt x="11444738" y="432904"/>
                  <a:pt x="11405702" y="432904"/>
                </a:cubicBezTo>
                <a:lnTo>
                  <a:pt x="70680" y="432904"/>
                </a:lnTo>
                <a:cubicBezTo>
                  <a:pt x="31645" y="432904"/>
                  <a:pt x="0" y="401260"/>
                  <a:pt x="0" y="362224"/>
                </a:cubicBezTo>
                <a:lnTo>
                  <a:pt x="0" y="70680"/>
                </a:lnTo>
                <a:cubicBezTo>
                  <a:pt x="0" y="31645"/>
                  <a:pt x="31645" y="0"/>
                  <a:pt x="70680" y="0"/>
                </a:cubicBezTo>
                <a:close/>
              </a:path>
            </a:pathLst>
          </a:custGeom>
          <a:solidFill>
            <a:srgbClr val="D95B1E">
              <a:alpha val="10196"/>
            </a:srgbClr>
          </a:solidFill>
          <a:ln w="127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196824" y="6573078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33130" y="15461"/>
                </a:moveTo>
                <a:cubicBezTo>
                  <a:pt x="33130" y="6930"/>
                  <a:pt x="40060" y="0"/>
                  <a:pt x="48591" y="0"/>
                </a:cubicBezTo>
                <a:lnTo>
                  <a:pt x="55217" y="0"/>
                </a:lnTo>
                <a:cubicBezTo>
                  <a:pt x="60104" y="0"/>
                  <a:pt x="64052" y="3948"/>
                  <a:pt x="64052" y="8835"/>
                </a:cubicBezTo>
                <a:lnTo>
                  <a:pt x="64052" y="132522"/>
                </a:lnTo>
                <a:cubicBezTo>
                  <a:pt x="64052" y="137408"/>
                  <a:pt x="60104" y="141357"/>
                  <a:pt x="55217" y="141357"/>
                </a:cubicBezTo>
                <a:lnTo>
                  <a:pt x="46383" y="141357"/>
                </a:lnTo>
                <a:cubicBezTo>
                  <a:pt x="38155" y="141357"/>
                  <a:pt x="31225" y="135724"/>
                  <a:pt x="29265" y="128104"/>
                </a:cubicBezTo>
                <a:cubicBezTo>
                  <a:pt x="29072" y="128104"/>
                  <a:pt x="28906" y="128104"/>
                  <a:pt x="28713" y="128104"/>
                </a:cubicBezTo>
                <a:cubicBezTo>
                  <a:pt x="16510" y="128104"/>
                  <a:pt x="6626" y="118220"/>
                  <a:pt x="6626" y="106017"/>
                </a:cubicBezTo>
                <a:cubicBezTo>
                  <a:pt x="6626" y="101048"/>
                  <a:pt x="8283" y="96465"/>
                  <a:pt x="11043" y="92765"/>
                </a:cubicBezTo>
                <a:cubicBezTo>
                  <a:pt x="5687" y="88734"/>
                  <a:pt x="2209" y="82329"/>
                  <a:pt x="2209" y="75096"/>
                </a:cubicBezTo>
                <a:cubicBezTo>
                  <a:pt x="2209" y="66565"/>
                  <a:pt x="7068" y="59138"/>
                  <a:pt x="14136" y="55466"/>
                </a:cubicBezTo>
                <a:cubicBezTo>
                  <a:pt x="12175" y="52153"/>
                  <a:pt x="11043" y="48288"/>
                  <a:pt x="11043" y="44174"/>
                </a:cubicBezTo>
                <a:cubicBezTo>
                  <a:pt x="11043" y="31971"/>
                  <a:pt x="20927" y="22087"/>
                  <a:pt x="33130" y="22087"/>
                </a:cubicBezTo>
                <a:lnTo>
                  <a:pt x="33130" y="15461"/>
                </a:lnTo>
                <a:close/>
                <a:moveTo>
                  <a:pt x="108226" y="15461"/>
                </a:moveTo>
                <a:lnTo>
                  <a:pt x="108226" y="22087"/>
                </a:lnTo>
                <a:cubicBezTo>
                  <a:pt x="120429" y="22087"/>
                  <a:pt x="130313" y="31971"/>
                  <a:pt x="130313" y="44174"/>
                </a:cubicBezTo>
                <a:cubicBezTo>
                  <a:pt x="130313" y="48315"/>
                  <a:pt x="129181" y="52180"/>
                  <a:pt x="127221" y="55466"/>
                </a:cubicBezTo>
                <a:cubicBezTo>
                  <a:pt x="134316" y="59138"/>
                  <a:pt x="139148" y="66537"/>
                  <a:pt x="139148" y="75096"/>
                </a:cubicBezTo>
                <a:cubicBezTo>
                  <a:pt x="139148" y="82329"/>
                  <a:pt x="135669" y="88734"/>
                  <a:pt x="130313" y="92765"/>
                </a:cubicBezTo>
                <a:cubicBezTo>
                  <a:pt x="133074" y="96465"/>
                  <a:pt x="134730" y="101048"/>
                  <a:pt x="134730" y="106017"/>
                </a:cubicBezTo>
                <a:cubicBezTo>
                  <a:pt x="134730" y="118220"/>
                  <a:pt x="124847" y="128104"/>
                  <a:pt x="112643" y="128104"/>
                </a:cubicBezTo>
                <a:cubicBezTo>
                  <a:pt x="112450" y="128104"/>
                  <a:pt x="112285" y="128104"/>
                  <a:pt x="112091" y="128104"/>
                </a:cubicBezTo>
                <a:cubicBezTo>
                  <a:pt x="110131" y="135724"/>
                  <a:pt x="103201" y="141357"/>
                  <a:pt x="94974" y="141357"/>
                </a:cubicBezTo>
                <a:lnTo>
                  <a:pt x="86139" y="141357"/>
                </a:lnTo>
                <a:cubicBezTo>
                  <a:pt x="81252" y="141357"/>
                  <a:pt x="77304" y="137408"/>
                  <a:pt x="77304" y="132522"/>
                </a:cubicBezTo>
                <a:lnTo>
                  <a:pt x="77304" y="8835"/>
                </a:lnTo>
                <a:cubicBezTo>
                  <a:pt x="77304" y="3948"/>
                  <a:pt x="81252" y="0"/>
                  <a:pt x="86139" y="0"/>
                </a:cubicBezTo>
                <a:lnTo>
                  <a:pt x="92765" y="0"/>
                </a:lnTo>
                <a:cubicBezTo>
                  <a:pt x="101296" y="0"/>
                  <a:pt x="108226" y="6930"/>
                  <a:pt x="108226" y="15461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60" name="Text 58"/>
          <p:cNvSpPr/>
          <p:nvPr/>
        </p:nvSpPr>
        <p:spPr>
          <a:xfrm>
            <a:off x="658767" y="6528904"/>
            <a:ext cx="1110032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Regla 2026:</a:t>
            </a:r>
            <a:pPr algn="ctr"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Dejá que el algoritmo encuentre audiencias. Vos ganás por </a:t>
            </a:r>
            <a:pPr algn="ctr">
              <a:lnSpc>
                <a:spcPct val="130000"/>
              </a:lnSpc>
            </a:pPr>
            <a:r>
              <a:rPr lang="en-US" sz="1113" b="1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creatividades + oferta + velocidad de atención</a:t>
            </a:r>
            <a:pPr algn="ctr"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420" y="320420"/>
            <a:ext cx="11615243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spc="50" kern="0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MINUTO 85-110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0420" y="544715"/>
            <a:ext cx="11695348" cy="320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71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Ventas Presencial y Por Mensajes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420" y="897177"/>
            <a:ext cx="11623254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Acá es donde se gana o se pierde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8431" y="1193566"/>
            <a:ext cx="5695474" cy="1778334"/>
          </a:xfrm>
          <a:custGeom>
            <a:avLst/>
            <a:gdLst/>
            <a:ahLst/>
            <a:cxnLst/>
            <a:rect l="l" t="t" r="r" b="b"/>
            <a:pathLst>
              <a:path w="5695474" h="1778334">
                <a:moveTo>
                  <a:pt x="96119" y="0"/>
                </a:moveTo>
                <a:lnTo>
                  <a:pt x="5599355" y="0"/>
                </a:lnTo>
                <a:cubicBezTo>
                  <a:pt x="5652440" y="0"/>
                  <a:pt x="5695474" y="43034"/>
                  <a:pt x="5695474" y="96119"/>
                </a:cubicBezTo>
                <a:lnTo>
                  <a:pt x="5695474" y="1682215"/>
                </a:lnTo>
                <a:cubicBezTo>
                  <a:pt x="5695474" y="1735300"/>
                  <a:pt x="5652440" y="1778334"/>
                  <a:pt x="5599355" y="1778334"/>
                </a:cubicBezTo>
                <a:lnTo>
                  <a:pt x="96119" y="1778334"/>
                </a:lnTo>
                <a:cubicBezTo>
                  <a:pt x="43034" y="1778334"/>
                  <a:pt x="0" y="1735300"/>
                  <a:pt x="0" y="1682215"/>
                </a:cubicBezTo>
                <a:lnTo>
                  <a:pt x="0" y="96119"/>
                </a:lnTo>
                <a:cubicBezTo>
                  <a:pt x="0" y="43069"/>
                  <a:pt x="43069" y="0"/>
                  <a:pt x="96119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30000"/>
                </a:srgbClr>
              </a:gs>
              <a:gs pos="100000">
                <a:srgbClr val="D95B1E">
                  <a:alpha val="10000"/>
                </a:srgbClr>
              </a:gs>
            </a:gsLst>
            <a:lin ang="2700000" scaled="1"/>
          </a:gradFill>
          <a:ln w="25400">
            <a:solidFill>
              <a:srgbClr val="D95B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1671" y="1337756"/>
            <a:ext cx="210276" cy="240315"/>
          </a:xfrm>
          <a:custGeom>
            <a:avLst/>
            <a:gdLst/>
            <a:ahLst/>
            <a:cxnLst/>
            <a:rect l="l" t="t" r="r" b="b"/>
            <a:pathLst>
              <a:path w="210276" h="240315">
                <a:moveTo>
                  <a:pt x="79088" y="0"/>
                </a:moveTo>
                <a:cubicBezTo>
                  <a:pt x="72846" y="0"/>
                  <a:pt x="67823" y="5022"/>
                  <a:pt x="67823" y="11265"/>
                </a:cubicBezTo>
                <a:cubicBezTo>
                  <a:pt x="67823" y="17507"/>
                  <a:pt x="72846" y="22530"/>
                  <a:pt x="79088" y="22530"/>
                </a:cubicBezTo>
                <a:lnTo>
                  <a:pt x="94108" y="22530"/>
                </a:lnTo>
                <a:lnTo>
                  <a:pt x="94108" y="34405"/>
                </a:lnTo>
                <a:cubicBezTo>
                  <a:pt x="43416" y="39990"/>
                  <a:pt x="3990" y="82984"/>
                  <a:pt x="3990" y="135177"/>
                </a:cubicBezTo>
                <a:cubicBezTo>
                  <a:pt x="3990" y="191173"/>
                  <a:pt x="49377" y="236560"/>
                  <a:pt x="105373" y="236560"/>
                </a:cubicBezTo>
                <a:cubicBezTo>
                  <a:pt x="161368" y="236560"/>
                  <a:pt x="206756" y="191173"/>
                  <a:pt x="206756" y="135177"/>
                </a:cubicBezTo>
                <a:cubicBezTo>
                  <a:pt x="206756" y="116497"/>
                  <a:pt x="201687" y="98989"/>
                  <a:pt x="192862" y="83923"/>
                </a:cubicBezTo>
                <a:lnTo>
                  <a:pt x="206099" y="70687"/>
                </a:lnTo>
                <a:cubicBezTo>
                  <a:pt x="211966" y="64819"/>
                  <a:pt x="211966" y="55291"/>
                  <a:pt x="206099" y="49424"/>
                </a:cubicBezTo>
                <a:cubicBezTo>
                  <a:pt x="200232" y="43557"/>
                  <a:pt x="190703" y="43557"/>
                  <a:pt x="184836" y="49424"/>
                </a:cubicBezTo>
                <a:lnTo>
                  <a:pt x="173853" y="60407"/>
                </a:lnTo>
                <a:cubicBezTo>
                  <a:pt x="158411" y="46233"/>
                  <a:pt x="138557" y="36798"/>
                  <a:pt x="116591" y="34358"/>
                </a:cubicBezTo>
                <a:lnTo>
                  <a:pt x="116591" y="22483"/>
                </a:lnTo>
                <a:lnTo>
                  <a:pt x="131610" y="22483"/>
                </a:lnTo>
                <a:cubicBezTo>
                  <a:pt x="137853" y="22483"/>
                  <a:pt x="142875" y="17460"/>
                  <a:pt x="142875" y="11218"/>
                </a:cubicBezTo>
                <a:cubicBezTo>
                  <a:pt x="142875" y="4975"/>
                  <a:pt x="137853" y="-47"/>
                  <a:pt x="131610" y="-47"/>
                </a:cubicBezTo>
                <a:lnTo>
                  <a:pt x="79041" y="-47"/>
                </a:lnTo>
                <a:close/>
                <a:moveTo>
                  <a:pt x="116637" y="86363"/>
                </a:moveTo>
                <a:lnTo>
                  <a:pt x="116637" y="135177"/>
                </a:lnTo>
                <a:cubicBezTo>
                  <a:pt x="116637" y="141420"/>
                  <a:pt x="111615" y="146442"/>
                  <a:pt x="105373" y="146442"/>
                </a:cubicBezTo>
                <a:cubicBezTo>
                  <a:pt x="99130" y="146442"/>
                  <a:pt x="94108" y="141420"/>
                  <a:pt x="94108" y="135177"/>
                </a:cubicBezTo>
                <a:lnTo>
                  <a:pt x="94108" y="86363"/>
                </a:lnTo>
                <a:cubicBezTo>
                  <a:pt x="94108" y="80121"/>
                  <a:pt x="99130" y="75099"/>
                  <a:pt x="105373" y="75099"/>
                </a:cubicBezTo>
                <a:cubicBezTo>
                  <a:pt x="111615" y="75099"/>
                  <a:pt x="116637" y="80121"/>
                  <a:pt x="116637" y="86363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7" name="Text 5"/>
          <p:cNvSpPr/>
          <p:nvPr/>
        </p:nvSpPr>
        <p:spPr>
          <a:xfrm>
            <a:off x="861130" y="1329745"/>
            <a:ext cx="985293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4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Regla de Oro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8484" y="1682208"/>
            <a:ext cx="5615369" cy="384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28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&lt; 5 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8562" y="2130796"/>
            <a:ext cx="5495212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5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Tiempo máximo para responder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4610" y="2451217"/>
            <a:ext cx="5423117" cy="384505"/>
          </a:xfrm>
          <a:custGeom>
            <a:avLst/>
            <a:gdLst/>
            <a:ahLst/>
            <a:cxnLst/>
            <a:rect l="l" t="t" r="r" b="b"/>
            <a:pathLst>
              <a:path w="5423117" h="384505">
                <a:moveTo>
                  <a:pt x="64085" y="0"/>
                </a:moveTo>
                <a:lnTo>
                  <a:pt x="5359032" y="0"/>
                </a:lnTo>
                <a:cubicBezTo>
                  <a:pt x="5394425" y="0"/>
                  <a:pt x="5423117" y="28692"/>
                  <a:pt x="5423117" y="64085"/>
                </a:cubicBezTo>
                <a:lnTo>
                  <a:pt x="5423117" y="320419"/>
                </a:lnTo>
                <a:cubicBezTo>
                  <a:pt x="5423117" y="355813"/>
                  <a:pt x="5394425" y="384505"/>
                  <a:pt x="5359032" y="384505"/>
                </a:cubicBezTo>
                <a:lnTo>
                  <a:pt x="64085" y="384505"/>
                </a:lnTo>
                <a:cubicBezTo>
                  <a:pt x="28692" y="384505"/>
                  <a:pt x="0" y="355813"/>
                  <a:pt x="0" y="320419"/>
                </a:cubicBezTo>
                <a:lnTo>
                  <a:pt x="0" y="64085"/>
                </a:lnTo>
                <a:cubicBezTo>
                  <a:pt x="0" y="28692"/>
                  <a:pt x="28692" y="0"/>
                  <a:pt x="6408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28694" y="2547343"/>
            <a:ext cx="5294949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9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 tardás 1 hora, el lead ya habló con otro.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8431" y="3084047"/>
            <a:ext cx="5695474" cy="3732899"/>
          </a:xfrm>
          <a:custGeom>
            <a:avLst/>
            <a:gdLst/>
            <a:ahLst/>
            <a:cxnLst/>
            <a:rect l="l" t="t" r="r" b="b"/>
            <a:pathLst>
              <a:path w="5695474" h="3732899">
                <a:moveTo>
                  <a:pt x="96122" y="0"/>
                </a:moveTo>
                <a:lnTo>
                  <a:pt x="5599352" y="0"/>
                </a:lnTo>
                <a:cubicBezTo>
                  <a:pt x="5652439" y="0"/>
                  <a:pt x="5695474" y="43035"/>
                  <a:pt x="5695474" y="96122"/>
                </a:cubicBezTo>
                <a:lnTo>
                  <a:pt x="5695474" y="3636777"/>
                </a:lnTo>
                <a:cubicBezTo>
                  <a:pt x="5695474" y="3689863"/>
                  <a:pt x="5652439" y="3732899"/>
                  <a:pt x="5599352" y="3732899"/>
                </a:cubicBezTo>
                <a:lnTo>
                  <a:pt x="96122" y="3732899"/>
                </a:lnTo>
                <a:cubicBezTo>
                  <a:pt x="43035" y="3732899"/>
                  <a:pt x="0" y="3689863"/>
                  <a:pt x="0" y="3636777"/>
                </a:cubicBezTo>
                <a:lnTo>
                  <a:pt x="0" y="96122"/>
                </a:lnTo>
                <a:cubicBezTo>
                  <a:pt x="0" y="43071"/>
                  <a:pt x="43071" y="0"/>
                  <a:pt x="96122" y="0"/>
                </a:cubicBezTo>
                <a:close/>
              </a:path>
            </a:pathLst>
          </a:custGeom>
          <a:solidFill>
            <a:srgbClr val="1A1A1A"/>
          </a:solidFill>
          <a:ln w="254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557" y="3220226"/>
            <a:ext cx="5503222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62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Script WhatsApp: 3 Mensajes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4610" y="3540647"/>
            <a:ext cx="5423117" cy="961261"/>
          </a:xfrm>
          <a:custGeom>
            <a:avLst/>
            <a:gdLst/>
            <a:ahLst/>
            <a:cxnLst/>
            <a:rect l="l" t="t" r="r" b="b"/>
            <a:pathLst>
              <a:path w="5423117" h="961261">
                <a:moveTo>
                  <a:pt x="64087" y="0"/>
                </a:moveTo>
                <a:lnTo>
                  <a:pt x="5359030" y="0"/>
                </a:lnTo>
                <a:cubicBezTo>
                  <a:pt x="5394424" y="0"/>
                  <a:pt x="5423117" y="28693"/>
                  <a:pt x="5423117" y="64087"/>
                </a:cubicBezTo>
                <a:lnTo>
                  <a:pt x="5423117" y="897174"/>
                </a:lnTo>
                <a:cubicBezTo>
                  <a:pt x="5423117" y="932569"/>
                  <a:pt x="5394424" y="961261"/>
                  <a:pt x="5359030" y="961261"/>
                </a:cubicBezTo>
                <a:lnTo>
                  <a:pt x="64087" y="961261"/>
                </a:lnTo>
                <a:cubicBezTo>
                  <a:pt x="28693" y="961261"/>
                  <a:pt x="0" y="932569"/>
                  <a:pt x="0" y="897174"/>
                </a:cubicBezTo>
                <a:lnTo>
                  <a:pt x="0" y="64087"/>
                </a:lnTo>
                <a:cubicBezTo>
                  <a:pt x="0" y="28693"/>
                  <a:pt x="28693" y="0"/>
                  <a:pt x="64087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560736" y="3636773"/>
            <a:ext cx="256336" cy="256336"/>
          </a:xfrm>
          <a:custGeom>
            <a:avLst/>
            <a:gdLst/>
            <a:ahLst/>
            <a:cxnLst/>
            <a:rect l="l" t="t" r="r" b="b"/>
            <a:pathLst>
              <a:path w="256336" h="256336">
                <a:moveTo>
                  <a:pt x="128168" y="0"/>
                </a:moveTo>
                <a:lnTo>
                  <a:pt x="128168" y="0"/>
                </a:lnTo>
                <a:cubicBezTo>
                  <a:pt x="198906" y="0"/>
                  <a:pt x="256336" y="57430"/>
                  <a:pt x="256336" y="128168"/>
                </a:cubicBezTo>
                <a:lnTo>
                  <a:pt x="256336" y="128168"/>
                </a:lnTo>
                <a:cubicBezTo>
                  <a:pt x="256336" y="198906"/>
                  <a:pt x="198906" y="256336"/>
                  <a:pt x="128168" y="256336"/>
                </a:cubicBezTo>
                <a:lnTo>
                  <a:pt x="128168" y="256336"/>
                </a:lnTo>
                <a:cubicBezTo>
                  <a:pt x="57430" y="256336"/>
                  <a:pt x="0" y="198906"/>
                  <a:pt x="0" y="128168"/>
                </a:cubicBezTo>
                <a:lnTo>
                  <a:pt x="0" y="128168"/>
                </a:lnTo>
                <a:cubicBezTo>
                  <a:pt x="0" y="57430"/>
                  <a:pt x="57430" y="0"/>
                  <a:pt x="128168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6" name="Text 14"/>
          <p:cNvSpPr/>
          <p:nvPr/>
        </p:nvSpPr>
        <p:spPr>
          <a:xfrm>
            <a:off x="670505" y="3668815"/>
            <a:ext cx="104137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1156" y="3652794"/>
            <a:ext cx="1169535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Respuesta Inmediata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0736" y="3957193"/>
            <a:ext cx="5230865" cy="448589"/>
          </a:xfrm>
          <a:custGeom>
            <a:avLst/>
            <a:gdLst/>
            <a:ahLst/>
            <a:cxnLst/>
            <a:rect l="l" t="t" r="r" b="b"/>
            <a:pathLst>
              <a:path w="5230865" h="448589">
                <a:moveTo>
                  <a:pt x="64085" y="0"/>
                </a:moveTo>
                <a:lnTo>
                  <a:pt x="5166779" y="0"/>
                </a:lnTo>
                <a:cubicBezTo>
                  <a:pt x="5202173" y="0"/>
                  <a:pt x="5230865" y="28692"/>
                  <a:pt x="5230865" y="64085"/>
                </a:cubicBezTo>
                <a:lnTo>
                  <a:pt x="5230865" y="384503"/>
                </a:lnTo>
                <a:cubicBezTo>
                  <a:pt x="5230865" y="419897"/>
                  <a:pt x="5202173" y="448589"/>
                  <a:pt x="5166779" y="448589"/>
                </a:cubicBezTo>
                <a:lnTo>
                  <a:pt x="64085" y="448589"/>
                </a:lnTo>
                <a:cubicBezTo>
                  <a:pt x="28692" y="448589"/>
                  <a:pt x="0" y="419897"/>
                  <a:pt x="0" y="384503"/>
                </a:cubicBezTo>
                <a:lnTo>
                  <a:pt x="0" y="64085"/>
                </a:lnTo>
                <a:cubicBezTo>
                  <a:pt x="0" y="28692"/>
                  <a:pt x="28692" y="0"/>
                  <a:pt x="64085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4820" y="4021277"/>
            <a:ext cx="5158770" cy="320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"Hola, soy [Nombre] de WhatsApp de [Concesionario]. Para pasarte opciones exactas, decime 3 cosas: cuota objetivo, entrega disponible, y cuándo podés venir hoy o mañana."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4610" y="4565992"/>
            <a:ext cx="5423117" cy="961261"/>
          </a:xfrm>
          <a:custGeom>
            <a:avLst/>
            <a:gdLst/>
            <a:ahLst/>
            <a:cxnLst/>
            <a:rect l="l" t="t" r="r" b="b"/>
            <a:pathLst>
              <a:path w="5423117" h="961261">
                <a:moveTo>
                  <a:pt x="64087" y="0"/>
                </a:moveTo>
                <a:lnTo>
                  <a:pt x="5359030" y="0"/>
                </a:lnTo>
                <a:cubicBezTo>
                  <a:pt x="5394424" y="0"/>
                  <a:pt x="5423117" y="28693"/>
                  <a:pt x="5423117" y="64087"/>
                </a:cubicBezTo>
                <a:lnTo>
                  <a:pt x="5423117" y="897174"/>
                </a:lnTo>
                <a:cubicBezTo>
                  <a:pt x="5423117" y="932569"/>
                  <a:pt x="5394424" y="961261"/>
                  <a:pt x="5359030" y="961261"/>
                </a:cubicBezTo>
                <a:lnTo>
                  <a:pt x="64087" y="961261"/>
                </a:lnTo>
                <a:cubicBezTo>
                  <a:pt x="28693" y="961261"/>
                  <a:pt x="0" y="932569"/>
                  <a:pt x="0" y="897174"/>
                </a:cubicBezTo>
                <a:lnTo>
                  <a:pt x="0" y="64087"/>
                </a:lnTo>
                <a:cubicBezTo>
                  <a:pt x="0" y="28693"/>
                  <a:pt x="28693" y="0"/>
                  <a:pt x="6408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560736" y="4662118"/>
            <a:ext cx="256336" cy="256336"/>
          </a:xfrm>
          <a:custGeom>
            <a:avLst/>
            <a:gdLst/>
            <a:ahLst/>
            <a:cxnLst/>
            <a:rect l="l" t="t" r="r" b="b"/>
            <a:pathLst>
              <a:path w="256336" h="256336">
                <a:moveTo>
                  <a:pt x="128168" y="0"/>
                </a:moveTo>
                <a:lnTo>
                  <a:pt x="128168" y="0"/>
                </a:lnTo>
                <a:cubicBezTo>
                  <a:pt x="198906" y="0"/>
                  <a:pt x="256336" y="57430"/>
                  <a:pt x="256336" y="128168"/>
                </a:cubicBezTo>
                <a:lnTo>
                  <a:pt x="256336" y="128168"/>
                </a:lnTo>
                <a:cubicBezTo>
                  <a:pt x="256336" y="198906"/>
                  <a:pt x="198906" y="256336"/>
                  <a:pt x="128168" y="256336"/>
                </a:cubicBezTo>
                <a:lnTo>
                  <a:pt x="128168" y="256336"/>
                </a:lnTo>
                <a:cubicBezTo>
                  <a:pt x="57430" y="256336"/>
                  <a:pt x="0" y="198906"/>
                  <a:pt x="0" y="128168"/>
                </a:cubicBezTo>
                <a:lnTo>
                  <a:pt x="0" y="128168"/>
                </a:lnTo>
                <a:cubicBezTo>
                  <a:pt x="0" y="57430"/>
                  <a:pt x="57430" y="0"/>
                  <a:pt x="12816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2" name="Text 20"/>
          <p:cNvSpPr/>
          <p:nvPr/>
        </p:nvSpPr>
        <p:spPr>
          <a:xfrm>
            <a:off x="662244" y="4694160"/>
            <a:ext cx="120158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1156" y="4678139"/>
            <a:ext cx="672883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Calificación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0736" y="4982539"/>
            <a:ext cx="5230865" cy="448589"/>
          </a:xfrm>
          <a:custGeom>
            <a:avLst/>
            <a:gdLst/>
            <a:ahLst/>
            <a:cxnLst/>
            <a:rect l="l" t="t" r="r" b="b"/>
            <a:pathLst>
              <a:path w="5230865" h="448589">
                <a:moveTo>
                  <a:pt x="64085" y="0"/>
                </a:moveTo>
                <a:lnTo>
                  <a:pt x="5166779" y="0"/>
                </a:lnTo>
                <a:cubicBezTo>
                  <a:pt x="5202173" y="0"/>
                  <a:pt x="5230865" y="28692"/>
                  <a:pt x="5230865" y="64085"/>
                </a:cubicBezTo>
                <a:lnTo>
                  <a:pt x="5230865" y="384503"/>
                </a:lnTo>
                <a:cubicBezTo>
                  <a:pt x="5230865" y="419897"/>
                  <a:pt x="5202173" y="448589"/>
                  <a:pt x="5166779" y="448589"/>
                </a:cubicBezTo>
                <a:lnTo>
                  <a:pt x="64085" y="448589"/>
                </a:lnTo>
                <a:cubicBezTo>
                  <a:pt x="28692" y="448589"/>
                  <a:pt x="0" y="419897"/>
                  <a:pt x="0" y="384503"/>
                </a:cubicBezTo>
                <a:lnTo>
                  <a:pt x="0" y="64085"/>
                </a:lnTo>
                <a:cubicBezTo>
                  <a:pt x="0" y="28692"/>
                  <a:pt x="28692" y="0"/>
                  <a:pt x="64085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4820" y="5046623"/>
            <a:ext cx="5158770" cy="320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"Perfecto, con eso te paso 2 opciones. ¿Preferís A o B? ¿Te agendo hoy a las 18 o mañana a las 19?"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4610" y="5591338"/>
            <a:ext cx="5423117" cy="961261"/>
          </a:xfrm>
          <a:custGeom>
            <a:avLst/>
            <a:gdLst/>
            <a:ahLst/>
            <a:cxnLst/>
            <a:rect l="l" t="t" r="r" b="b"/>
            <a:pathLst>
              <a:path w="5423117" h="961261">
                <a:moveTo>
                  <a:pt x="64087" y="0"/>
                </a:moveTo>
                <a:lnTo>
                  <a:pt x="5359030" y="0"/>
                </a:lnTo>
                <a:cubicBezTo>
                  <a:pt x="5394424" y="0"/>
                  <a:pt x="5423117" y="28693"/>
                  <a:pt x="5423117" y="64087"/>
                </a:cubicBezTo>
                <a:lnTo>
                  <a:pt x="5423117" y="897174"/>
                </a:lnTo>
                <a:cubicBezTo>
                  <a:pt x="5423117" y="932569"/>
                  <a:pt x="5394424" y="961261"/>
                  <a:pt x="5359030" y="961261"/>
                </a:cubicBezTo>
                <a:lnTo>
                  <a:pt x="64087" y="961261"/>
                </a:lnTo>
                <a:cubicBezTo>
                  <a:pt x="28693" y="961261"/>
                  <a:pt x="0" y="932569"/>
                  <a:pt x="0" y="897174"/>
                </a:cubicBezTo>
                <a:lnTo>
                  <a:pt x="0" y="64087"/>
                </a:lnTo>
                <a:cubicBezTo>
                  <a:pt x="0" y="28693"/>
                  <a:pt x="28693" y="0"/>
                  <a:pt x="64087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560736" y="5687464"/>
            <a:ext cx="256336" cy="256336"/>
          </a:xfrm>
          <a:custGeom>
            <a:avLst/>
            <a:gdLst/>
            <a:ahLst/>
            <a:cxnLst/>
            <a:rect l="l" t="t" r="r" b="b"/>
            <a:pathLst>
              <a:path w="256336" h="256336">
                <a:moveTo>
                  <a:pt x="128168" y="0"/>
                </a:moveTo>
                <a:lnTo>
                  <a:pt x="128168" y="0"/>
                </a:lnTo>
                <a:cubicBezTo>
                  <a:pt x="198906" y="0"/>
                  <a:pt x="256336" y="57430"/>
                  <a:pt x="256336" y="128168"/>
                </a:cubicBezTo>
                <a:lnTo>
                  <a:pt x="256336" y="128168"/>
                </a:lnTo>
                <a:cubicBezTo>
                  <a:pt x="256336" y="198906"/>
                  <a:pt x="198906" y="256336"/>
                  <a:pt x="128168" y="256336"/>
                </a:cubicBezTo>
                <a:lnTo>
                  <a:pt x="128168" y="256336"/>
                </a:lnTo>
                <a:cubicBezTo>
                  <a:pt x="57430" y="256336"/>
                  <a:pt x="0" y="198906"/>
                  <a:pt x="0" y="128168"/>
                </a:cubicBezTo>
                <a:lnTo>
                  <a:pt x="0" y="128168"/>
                </a:lnTo>
                <a:cubicBezTo>
                  <a:pt x="0" y="57430"/>
                  <a:pt x="57430" y="0"/>
                  <a:pt x="128168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8" name="Text 26"/>
          <p:cNvSpPr/>
          <p:nvPr/>
        </p:nvSpPr>
        <p:spPr>
          <a:xfrm>
            <a:off x="661118" y="5719506"/>
            <a:ext cx="120158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1156" y="5703485"/>
            <a:ext cx="760999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Confirmación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0736" y="6007884"/>
            <a:ext cx="5230865" cy="448589"/>
          </a:xfrm>
          <a:custGeom>
            <a:avLst/>
            <a:gdLst/>
            <a:ahLst/>
            <a:cxnLst/>
            <a:rect l="l" t="t" r="r" b="b"/>
            <a:pathLst>
              <a:path w="5230865" h="448589">
                <a:moveTo>
                  <a:pt x="64085" y="0"/>
                </a:moveTo>
                <a:lnTo>
                  <a:pt x="5166779" y="0"/>
                </a:lnTo>
                <a:cubicBezTo>
                  <a:pt x="5202173" y="0"/>
                  <a:pt x="5230865" y="28692"/>
                  <a:pt x="5230865" y="64085"/>
                </a:cubicBezTo>
                <a:lnTo>
                  <a:pt x="5230865" y="384503"/>
                </a:lnTo>
                <a:cubicBezTo>
                  <a:pt x="5230865" y="419897"/>
                  <a:pt x="5202173" y="448589"/>
                  <a:pt x="5166779" y="448589"/>
                </a:cubicBezTo>
                <a:lnTo>
                  <a:pt x="64085" y="448589"/>
                </a:lnTo>
                <a:cubicBezTo>
                  <a:pt x="28692" y="448589"/>
                  <a:pt x="0" y="419897"/>
                  <a:pt x="0" y="384503"/>
                </a:cubicBezTo>
                <a:lnTo>
                  <a:pt x="0" y="64085"/>
                </a:lnTo>
                <a:cubicBezTo>
                  <a:pt x="0" y="28692"/>
                  <a:pt x="28692" y="0"/>
                  <a:pt x="64085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24820" y="6071968"/>
            <a:ext cx="5158770" cy="320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"Listo, te espero [hora]. Ubicación: [link]. Traé cédula y si tenés recibo o constancia para evaluar financiación."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63088" y="1189561"/>
            <a:ext cx="5703485" cy="3084047"/>
          </a:xfrm>
          <a:custGeom>
            <a:avLst/>
            <a:gdLst/>
            <a:ahLst/>
            <a:cxnLst/>
            <a:rect l="l" t="t" r="r" b="b"/>
            <a:pathLst>
              <a:path w="5703485" h="3084047">
                <a:moveTo>
                  <a:pt x="96130" y="0"/>
                </a:moveTo>
                <a:lnTo>
                  <a:pt x="5607355" y="0"/>
                </a:lnTo>
                <a:cubicBezTo>
                  <a:pt x="5660446" y="0"/>
                  <a:pt x="5703485" y="43039"/>
                  <a:pt x="5703485" y="96130"/>
                </a:cubicBezTo>
                <a:lnTo>
                  <a:pt x="5703485" y="2987918"/>
                </a:lnTo>
                <a:cubicBezTo>
                  <a:pt x="5703485" y="3041009"/>
                  <a:pt x="5660446" y="3084047"/>
                  <a:pt x="5607355" y="3084047"/>
                </a:cubicBezTo>
                <a:lnTo>
                  <a:pt x="96130" y="3084047"/>
                </a:lnTo>
                <a:cubicBezTo>
                  <a:pt x="43039" y="3084047"/>
                  <a:pt x="0" y="3041009"/>
                  <a:pt x="0" y="2987918"/>
                </a:cubicBezTo>
                <a:lnTo>
                  <a:pt x="0" y="96130"/>
                </a:lnTo>
                <a:cubicBezTo>
                  <a:pt x="0" y="43039"/>
                  <a:pt x="43039" y="0"/>
                  <a:pt x="9613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15288" y="1353777"/>
            <a:ext cx="160210" cy="160210"/>
          </a:xfrm>
          <a:custGeom>
            <a:avLst/>
            <a:gdLst/>
            <a:ahLst/>
            <a:cxnLst/>
            <a:rect l="l" t="t" r="r" b="b"/>
            <a:pathLst>
              <a:path w="160210" h="160210">
                <a:moveTo>
                  <a:pt x="10013" y="20026"/>
                </a:moveTo>
                <a:cubicBezTo>
                  <a:pt x="5977" y="20026"/>
                  <a:pt x="2316" y="22467"/>
                  <a:pt x="751" y="26222"/>
                </a:cubicBezTo>
                <a:cubicBezTo>
                  <a:pt x="-814" y="29977"/>
                  <a:pt x="63" y="34264"/>
                  <a:pt x="2941" y="37111"/>
                </a:cubicBezTo>
                <a:lnTo>
                  <a:pt x="60079" y="94280"/>
                </a:lnTo>
                <a:lnTo>
                  <a:pt x="60079" y="130171"/>
                </a:lnTo>
                <a:cubicBezTo>
                  <a:pt x="60079" y="132831"/>
                  <a:pt x="61143" y="135365"/>
                  <a:pt x="63020" y="137243"/>
                </a:cubicBezTo>
                <a:lnTo>
                  <a:pt x="83046" y="157269"/>
                </a:lnTo>
                <a:cubicBezTo>
                  <a:pt x="85925" y="160148"/>
                  <a:pt x="90212" y="160993"/>
                  <a:pt x="93967" y="159428"/>
                </a:cubicBezTo>
                <a:cubicBezTo>
                  <a:pt x="97722" y="157863"/>
                  <a:pt x="100131" y="154234"/>
                  <a:pt x="100131" y="150197"/>
                </a:cubicBezTo>
                <a:lnTo>
                  <a:pt x="100131" y="94280"/>
                </a:lnTo>
                <a:lnTo>
                  <a:pt x="157269" y="37142"/>
                </a:lnTo>
                <a:cubicBezTo>
                  <a:pt x="160148" y="34264"/>
                  <a:pt x="160993" y="29977"/>
                  <a:pt x="159428" y="26222"/>
                </a:cubicBezTo>
                <a:cubicBezTo>
                  <a:pt x="157863" y="22467"/>
                  <a:pt x="154234" y="20026"/>
                  <a:pt x="150197" y="20026"/>
                </a:cubicBezTo>
                <a:lnTo>
                  <a:pt x="10013" y="20026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4" name="Text 32"/>
          <p:cNvSpPr/>
          <p:nvPr/>
        </p:nvSpPr>
        <p:spPr>
          <a:xfrm>
            <a:off x="6495524" y="1321735"/>
            <a:ext cx="5318980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Mini Pipeline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95261" y="1642155"/>
            <a:ext cx="256336" cy="256336"/>
          </a:xfrm>
          <a:custGeom>
            <a:avLst/>
            <a:gdLst/>
            <a:ahLst/>
            <a:cxnLst/>
            <a:rect l="l" t="t" r="r" b="b"/>
            <a:pathLst>
              <a:path w="256336" h="256336">
                <a:moveTo>
                  <a:pt x="128168" y="0"/>
                </a:moveTo>
                <a:lnTo>
                  <a:pt x="128168" y="0"/>
                </a:lnTo>
                <a:cubicBezTo>
                  <a:pt x="198906" y="0"/>
                  <a:pt x="256336" y="57430"/>
                  <a:pt x="256336" y="128168"/>
                </a:cubicBezTo>
                <a:lnTo>
                  <a:pt x="256336" y="128168"/>
                </a:lnTo>
                <a:cubicBezTo>
                  <a:pt x="256336" y="198906"/>
                  <a:pt x="198906" y="256336"/>
                  <a:pt x="128168" y="256336"/>
                </a:cubicBezTo>
                <a:lnTo>
                  <a:pt x="128168" y="256336"/>
                </a:lnTo>
                <a:cubicBezTo>
                  <a:pt x="57430" y="256336"/>
                  <a:pt x="0" y="198906"/>
                  <a:pt x="0" y="128168"/>
                </a:cubicBezTo>
                <a:lnTo>
                  <a:pt x="0" y="128168"/>
                </a:lnTo>
                <a:cubicBezTo>
                  <a:pt x="0" y="57430"/>
                  <a:pt x="57430" y="0"/>
                  <a:pt x="128168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6" name="Shape 34"/>
          <p:cNvSpPr/>
          <p:nvPr/>
        </p:nvSpPr>
        <p:spPr>
          <a:xfrm>
            <a:off x="6369359" y="1714250"/>
            <a:ext cx="112147" cy="112147"/>
          </a:xfrm>
          <a:custGeom>
            <a:avLst/>
            <a:gdLst/>
            <a:ahLst/>
            <a:cxnLst/>
            <a:rect l="l" t="t" r="r" b="b"/>
            <a:pathLst>
              <a:path w="112147" h="112147">
                <a:moveTo>
                  <a:pt x="20108" y="7009"/>
                </a:moveTo>
                <a:cubicBezTo>
                  <a:pt x="13120" y="7009"/>
                  <a:pt x="7206" y="12135"/>
                  <a:pt x="6221" y="19034"/>
                </a:cubicBezTo>
                <a:lnTo>
                  <a:pt x="131" y="61593"/>
                </a:lnTo>
                <a:cubicBezTo>
                  <a:pt x="44" y="62250"/>
                  <a:pt x="0" y="62908"/>
                  <a:pt x="0" y="63587"/>
                </a:cubicBezTo>
                <a:lnTo>
                  <a:pt x="0" y="91120"/>
                </a:lnTo>
                <a:cubicBezTo>
                  <a:pt x="0" y="98852"/>
                  <a:pt x="6286" y="105138"/>
                  <a:pt x="14018" y="105138"/>
                </a:cubicBezTo>
                <a:lnTo>
                  <a:pt x="98129" y="105138"/>
                </a:lnTo>
                <a:cubicBezTo>
                  <a:pt x="105861" y="105138"/>
                  <a:pt x="112147" y="98852"/>
                  <a:pt x="112147" y="91120"/>
                </a:cubicBezTo>
                <a:lnTo>
                  <a:pt x="112147" y="63587"/>
                </a:lnTo>
                <a:cubicBezTo>
                  <a:pt x="112147" y="62929"/>
                  <a:pt x="112103" y="62250"/>
                  <a:pt x="112016" y="61593"/>
                </a:cubicBezTo>
                <a:lnTo>
                  <a:pt x="105927" y="19034"/>
                </a:lnTo>
                <a:cubicBezTo>
                  <a:pt x="104941" y="12135"/>
                  <a:pt x="99027" y="7009"/>
                  <a:pt x="92040" y="7009"/>
                </a:cubicBezTo>
                <a:lnTo>
                  <a:pt x="20108" y="7009"/>
                </a:lnTo>
                <a:close/>
                <a:moveTo>
                  <a:pt x="20108" y="21028"/>
                </a:moveTo>
                <a:lnTo>
                  <a:pt x="92061" y="21028"/>
                </a:lnTo>
                <a:lnTo>
                  <a:pt x="98063" y="63083"/>
                </a:lnTo>
                <a:lnTo>
                  <a:pt x="84943" y="63083"/>
                </a:lnTo>
                <a:cubicBezTo>
                  <a:pt x="82292" y="63083"/>
                  <a:pt x="79861" y="64572"/>
                  <a:pt x="78678" y="66960"/>
                </a:cubicBezTo>
                <a:lnTo>
                  <a:pt x="75546" y="73224"/>
                </a:lnTo>
                <a:cubicBezTo>
                  <a:pt x="74363" y="75590"/>
                  <a:pt x="71932" y="77101"/>
                  <a:pt x="69282" y="77101"/>
                </a:cubicBezTo>
                <a:lnTo>
                  <a:pt x="42909" y="77101"/>
                </a:lnTo>
                <a:cubicBezTo>
                  <a:pt x="40259" y="77101"/>
                  <a:pt x="37828" y="75612"/>
                  <a:pt x="36645" y="73224"/>
                </a:cubicBezTo>
                <a:lnTo>
                  <a:pt x="33513" y="66960"/>
                </a:lnTo>
                <a:cubicBezTo>
                  <a:pt x="32330" y="64594"/>
                  <a:pt x="29899" y="63083"/>
                  <a:pt x="27248" y="63083"/>
                </a:cubicBezTo>
                <a:lnTo>
                  <a:pt x="14084" y="63083"/>
                </a:lnTo>
                <a:lnTo>
                  <a:pt x="20108" y="2102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647724" y="1642155"/>
            <a:ext cx="5086675" cy="256336"/>
          </a:xfrm>
          <a:custGeom>
            <a:avLst/>
            <a:gdLst/>
            <a:ahLst/>
            <a:cxnLst/>
            <a:rect l="l" t="t" r="r" b="b"/>
            <a:pathLst>
              <a:path w="5086675" h="256336">
                <a:moveTo>
                  <a:pt x="64084" y="0"/>
                </a:moveTo>
                <a:lnTo>
                  <a:pt x="5022591" y="0"/>
                </a:lnTo>
                <a:cubicBezTo>
                  <a:pt x="5057984" y="0"/>
                  <a:pt x="5086675" y="28691"/>
                  <a:pt x="5086675" y="64084"/>
                </a:cubicBezTo>
                <a:lnTo>
                  <a:pt x="5086675" y="192252"/>
                </a:lnTo>
                <a:cubicBezTo>
                  <a:pt x="5086675" y="227645"/>
                  <a:pt x="5057984" y="256336"/>
                  <a:pt x="5022591" y="256336"/>
                </a:cubicBezTo>
                <a:lnTo>
                  <a:pt x="64084" y="256336"/>
                </a:lnTo>
                <a:cubicBezTo>
                  <a:pt x="28691" y="256336"/>
                  <a:pt x="0" y="227645"/>
                  <a:pt x="0" y="192252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743850" y="1674197"/>
            <a:ext cx="4958507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Nuevo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966267" y="1930534"/>
            <a:ext cx="96126" cy="128168"/>
          </a:xfrm>
          <a:custGeom>
            <a:avLst/>
            <a:gdLst/>
            <a:ahLst/>
            <a:cxnLst/>
            <a:rect l="l" t="t" r="r" b="b"/>
            <a:pathLst>
              <a:path w="96126" h="128168">
                <a:moveTo>
                  <a:pt x="42406" y="125815"/>
                </a:moveTo>
                <a:cubicBezTo>
                  <a:pt x="45535" y="128944"/>
                  <a:pt x="50616" y="128944"/>
                  <a:pt x="53746" y="125815"/>
                </a:cubicBezTo>
                <a:lnTo>
                  <a:pt x="93798" y="85763"/>
                </a:lnTo>
                <a:cubicBezTo>
                  <a:pt x="96927" y="82633"/>
                  <a:pt x="96927" y="77552"/>
                  <a:pt x="93798" y="74423"/>
                </a:cubicBezTo>
                <a:cubicBezTo>
                  <a:pt x="90669" y="71294"/>
                  <a:pt x="85587" y="71294"/>
                  <a:pt x="82458" y="74423"/>
                </a:cubicBezTo>
                <a:lnTo>
                  <a:pt x="56074" y="100807"/>
                </a:lnTo>
                <a:lnTo>
                  <a:pt x="56074" y="8011"/>
                </a:lnTo>
                <a:cubicBezTo>
                  <a:pt x="56074" y="3580"/>
                  <a:pt x="52494" y="0"/>
                  <a:pt x="48063" y="0"/>
                </a:cubicBezTo>
                <a:cubicBezTo>
                  <a:pt x="43632" y="0"/>
                  <a:pt x="40053" y="3580"/>
                  <a:pt x="40053" y="8011"/>
                </a:cubicBezTo>
                <a:lnTo>
                  <a:pt x="40053" y="100807"/>
                </a:lnTo>
                <a:lnTo>
                  <a:pt x="13668" y="74423"/>
                </a:lnTo>
                <a:cubicBezTo>
                  <a:pt x="10539" y="71294"/>
                  <a:pt x="5457" y="71294"/>
                  <a:pt x="2328" y="74423"/>
                </a:cubicBezTo>
                <a:cubicBezTo>
                  <a:pt x="-801" y="77552"/>
                  <a:pt x="-801" y="82633"/>
                  <a:pt x="2328" y="85763"/>
                </a:cubicBezTo>
                <a:lnTo>
                  <a:pt x="42381" y="125815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40" name="Shape 38"/>
          <p:cNvSpPr/>
          <p:nvPr/>
        </p:nvSpPr>
        <p:spPr>
          <a:xfrm>
            <a:off x="6295261" y="2090744"/>
            <a:ext cx="256336" cy="256336"/>
          </a:xfrm>
          <a:custGeom>
            <a:avLst/>
            <a:gdLst/>
            <a:ahLst/>
            <a:cxnLst/>
            <a:rect l="l" t="t" r="r" b="b"/>
            <a:pathLst>
              <a:path w="256336" h="256336">
                <a:moveTo>
                  <a:pt x="128168" y="0"/>
                </a:moveTo>
                <a:lnTo>
                  <a:pt x="128168" y="0"/>
                </a:lnTo>
                <a:cubicBezTo>
                  <a:pt x="198906" y="0"/>
                  <a:pt x="256336" y="57430"/>
                  <a:pt x="256336" y="128168"/>
                </a:cubicBezTo>
                <a:lnTo>
                  <a:pt x="256336" y="128168"/>
                </a:lnTo>
                <a:cubicBezTo>
                  <a:pt x="256336" y="198906"/>
                  <a:pt x="198906" y="256336"/>
                  <a:pt x="128168" y="256336"/>
                </a:cubicBezTo>
                <a:lnTo>
                  <a:pt x="128168" y="256336"/>
                </a:lnTo>
                <a:cubicBezTo>
                  <a:pt x="57430" y="256336"/>
                  <a:pt x="0" y="198906"/>
                  <a:pt x="0" y="128168"/>
                </a:cubicBezTo>
                <a:lnTo>
                  <a:pt x="0" y="128168"/>
                </a:lnTo>
                <a:cubicBezTo>
                  <a:pt x="0" y="57430"/>
                  <a:pt x="57430" y="0"/>
                  <a:pt x="12816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1" name="Shape 39"/>
          <p:cNvSpPr/>
          <p:nvPr/>
        </p:nvSpPr>
        <p:spPr>
          <a:xfrm>
            <a:off x="6355340" y="2162838"/>
            <a:ext cx="140184" cy="112147"/>
          </a:xfrm>
          <a:custGeom>
            <a:avLst/>
            <a:gdLst/>
            <a:ahLst/>
            <a:cxnLst/>
            <a:rect l="l" t="t" r="r" b="b"/>
            <a:pathLst>
              <a:path w="140184" h="112147">
                <a:moveTo>
                  <a:pt x="29789" y="28037"/>
                </a:moveTo>
                <a:cubicBezTo>
                  <a:pt x="29789" y="13530"/>
                  <a:pt x="41567" y="1752"/>
                  <a:pt x="56074" y="1752"/>
                </a:cubicBezTo>
                <a:cubicBezTo>
                  <a:pt x="70580" y="1752"/>
                  <a:pt x="82358" y="13530"/>
                  <a:pt x="82358" y="28037"/>
                </a:cubicBezTo>
                <a:cubicBezTo>
                  <a:pt x="82358" y="42544"/>
                  <a:pt x="70580" y="54321"/>
                  <a:pt x="56074" y="54321"/>
                </a:cubicBezTo>
                <a:cubicBezTo>
                  <a:pt x="41567" y="54321"/>
                  <a:pt x="29789" y="42544"/>
                  <a:pt x="29789" y="28037"/>
                </a:cubicBezTo>
                <a:close/>
                <a:moveTo>
                  <a:pt x="10514" y="105642"/>
                </a:moveTo>
                <a:cubicBezTo>
                  <a:pt x="10514" y="84067"/>
                  <a:pt x="27993" y="66587"/>
                  <a:pt x="49568" y="66587"/>
                </a:cubicBezTo>
                <a:lnTo>
                  <a:pt x="62579" y="66587"/>
                </a:lnTo>
                <a:cubicBezTo>
                  <a:pt x="84154" y="66587"/>
                  <a:pt x="101633" y="84067"/>
                  <a:pt x="101633" y="105642"/>
                </a:cubicBezTo>
                <a:cubicBezTo>
                  <a:pt x="101633" y="109234"/>
                  <a:pt x="98720" y="112147"/>
                  <a:pt x="95128" y="112147"/>
                </a:cubicBezTo>
                <a:lnTo>
                  <a:pt x="17019" y="112147"/>
                </a:lnTo>
                <a:cubicBezTo>
                  <a:pt x="13427" y="112147"/>
                  <a:pt x="10514" y="109234"/>
                  <a:pt x="10514" y="105642"/>
                </a:cubicBezTo>
                <a:close/>
                <a:moveTo>
                  <a:pt x="134139" y="29066"/>
                </a:moveTo>
                <a:lnTo>
                  <a:pt x="116616" y="57103"/>
                </a:lnTo>
                <a:cubicBezTo>
                  <a:pt x="115696" y="58571"/>
                  <a:pt x="114119" y="59491"/>
                  <a:pt x="112388" y="59578"/>
                </a:cubicBezTo>
                <a:cubicBezTo>
                  <a:pt x="110658" y="59666"/>
                  <a:pt x="108993" y="58877"/>
                  <a:pt x="107964" y="57475"/>
                </a:cubicBezTo>
                <a:lnTo>
                  <a:pt x="97450" y="43457"/>
                </a:lnTo>
                <a:cubicBezTo>
                  <a:pt x="95697" y="41135"/>
                  <a:pt x="96179" y="37850"/>
                  <a:pt x="98501" y="36097"/>
                </a:cubicBezTo>
                <a:cubicBezTo>
                  <a:pt x="100823" y="34345"/>
                  <a:pt x="104109" y="34827"/>
                  <a:pt x="105861" y="37149"/>
                </a:cubicBezTo>
                <a:lnTo>
                  <a:pt x="111775" y="45034"/>
                </a:lnTo>
                <a:lnTo>
                  <a:pt x="125224" y="23503"/>
                </a:lnTo>
                <a:cubicBezTo>
                  <a:pt x="126757" y="21049"/>
                  <a:pt x="129999" y="20283"/>
                  <a:pt x="132474" y="21838"/>
                </a:cubicBezTo>
                <a:cubicBezTo>
                  <a:pt x="134949" y="23393"/>
                  <a:pt x="135694" y="26613"/>
                  <a:pt x="134139" y="290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647724" y="2090744"/>
            <a:ext cx="5086675" cy="256336"/>
          </a:xfrm>
          <a:custGeom>
            <a:avLst/>
            <a:gdLst/>
            <a:ahLst/>
            <a:cxnLst/>
            <a:rect l="l" t="t" r="r" b="b"/>
            <a:pathLst>
              <a:path w="5086675" h="256336">
                <a:moveTo>
                  <a:pt x="64084" y="0"/>
                </a:moveTo>
                <a:lnTo>
                  <a:pt x="5022591" y="0"/>
                </a:lnTo>
                <a:cubicBezTo>
                  <a:pt x="5057984" y="0"/>
                  <a:pt x="5086675" y="28691"/>
                  <a:pt x="5086675" y="64084"/>
                </a:cubicBezTo>
                <a:lnTo>
                  <a:pt x="5086675" y="192252"/>
                </a:lnTo>
                <a:cubicBezTo>
                  <a:pt x="5086675" y="227645"/>
                  <a:pt x="5057984" y="256336"/>
                  <a:pt x="5022591" y="256336"/>
                </a:cubicBezTo>
                <a:lnTo>
                  <a:pt x="64084" y="256336"/>
                </a:lnTo>
                <a:cubicBezTo>
                  <a:pt x="28691" y="256336"/>
                  <a:pt x="0" y="227645"/>
                  <a:pt x="0" y="192252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743850" y="2122786"/>
            <a:ext cx="4958507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Calificado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966267" y="2379122"/>
            <a:ext cx="96126" cy="128168"/>
          </a:xfrm>
          <a:custGeom>
            <a:avLst/>
            <a:gdLst/>
            <a:ahLst/>
            <a:cxnLst/>
            <a:rect l="l" t="t" r="r" b="b"/>
            <a:pathLst>
              <a:path w="96126" h="128168">
                <a:moveTo>
                  <a:pt x="42406" y="125815"/>
                </a:moveTo>
                <a:cubicBezTo>
                  <a:pt x="45535" y="128944"/>
                  <a:pt x="50616" y="128944"/>
                  <a:pt x="53746" y="125815"/>
                </a:cubicBezTo>
                <a:lnTo>
                  <a:pt x="93798" y="85763"/>
                </a:lnTo>
                <a:cubicBezTo>
                  <a:pt x="96927" y="82633"/>
                  <a:pt x="96927" y="77552"/>
                  <a:pt x="93798" y="74423"/>
                </a:cubicBezTo>
                <a:cubicBezTo>
                  <a:pt x="90669" y="71294"/>
                  <a:pt x="85587" y="71294"/>
                  <a:pt x="82458" y="74423"/>
                </a:cubicBezTo>
                <a:lnTo>
                  <a:pt x="56074" y="100807"/>
                </a:lnTo>
                <a:lnTo>
                  <a:pt x="56074" y="8011"/>
                </a:lnTo>
                <a:cubicBezTo>
                  <a:pt x="56074" y="3580"/>
                  <a:pt x="52494" y="0"/>
                  <a:pt x="48063" y="0"/>
                </a:cubicBezTo>
                <a:cubicBezTo>
                  <a:pt x="43632" y="0"/>
                  <a:pt x="40053" y="3580"/>
                  <a:pt x="40053" y="8011"/>
                </a:cubicBezTo>
                <a:lnTo>
                  <a:pt x="40053" y="100807"/>
                </a:lnTo>
                <a:lnTo>
                  <a:pt x="13668" y="74423"/>
                </a:lnTo>
                <a:cubicBezTo>
                  <a:pt x="10539" y="71294"/>
                  <a:pt x="5457" y="71294"/>
                  <a:pt x="2328" y="74423"/>
                </a:cubicBezTo>
                <a:cubicBezTo>
                  <a:pt x="-801" y="77552"/>
                  <a:pt x="-801" y="82633"/>
                  <a:pt x="2328" y="85763"/>
                </a:cubicBezTo>
                <a:lnTo>
                  <a:pt x="42381" y="125815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45" name="Shape 43"/>
          <p:cNvSpPr/>
          <p:nvPr/>
        </p:nvSpPr>
        <p:spPr>
          <a:xfrm>
            <a:off x="6295261" y="2539332"/>
            <a:ext cx="256336" cy="256336"/>
          </a:xfrm>
          <a:custGeom>
            <a:avLst/>
            <a:gdLst/>
            <a:ahLst/>
            <a:cxnLst/>
            <a:rect l="l" t="t" r="r" b="b"/>
            <a:pathLst>
              <a:path w="256336" h="256336">
                <a:moveTo>
                  <a:pt x="128168" y="0"/>
                </a:moveTo>
                <a:lnTo>
                  <a:pt x="128168" y="0"/>
                </a:lnTo>
                <a:cubicBezTo>
                  <a:pt x="198906" y="0"/>
                  <a:pt x="256336" y="57430"/>
                  <a:pt x="256336" y="128168"/>
                </a:cubicBezTo>
                <a:lnTo>
                  <a:pt x="256336" y="128168"/>
                </a:lnTo>
                <a:cubicBezTo>
                  <a:pt x="256336" y="198906"/>
                  <a:pt x="198906" y="256336"/>
                  <a:pt x="128168" y="256336"/>
                </a:cubicBezTo>
                <a:lnTo>
                  <a:pt x="128168" y="256336"/>
                </a:lnTo>
                <a:cubicBezTo>
                  <a:pt x="57430" y="256336"/>
                  <a:pt x="0" y="198906"/>
                  <a:pt x="0" y="128168"/>
                </a:cubicBezTo>
                <a:lnTo>
                  <a:pt x="0" y="128168"/>
                </a:lnTo>
                <a:cubicBezTo>
                  <a:pt x="0" y="57430"/>
                  <a:pt x="57430" y="0"/>
                  <a:pt x="128168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46" name="Shape 44"/>
          <p:cNvSpPr/>
          <p:nvPr/>
        </p:nvSpPr>
        <p:spPr>
          <a:xfrm>
            <a:off x="6376368" y="2611427"/>
            <a:ext cx="98129" cy="112147"/>
          </a:xfrm>
          <a:custGeom>
            <a:avLst/>
            <a:gdLst/>
            <a:ahLst/>
            <a:cxnLst/>
            <a:rect l="l" t="t" r="r" b="b"/>
            <a:pathLst>
              <a:path w="98129" h="112147">
                <a:moveTo>
                  <a:pt x="28037" y="0"/>
                </a:moveTo>
                <a:cubicBezTo>
                  <a:pt x="24160" y="0"/>
                  <a:pt x="21028" y="3132"/>
                  <a:pt x="21028" y="7009"/>
                </a:cubicBezTo>
                <a:lnTo>
                  <a:pt x="21028" y="14018"/>
                </a:lnTo>
                <a:lnTo>
                  <a:pt x="14018" y="14018"/>
                </a:lnTo>
                <a:cubicBezTo>
                  <a:pt x="6286" y="14018"/>
                  <a:pt x="0" y="20305"/>
                  <a:pt x="0" y="28037"/>
                </a:cubicBezTo>
                <a:lnTo>
                  <a:pt x="0" y="38551"/>
                </a:lnTo>
                <a:lnTo>
                  <a:pt x="98129" y="38551"/>
                </a:lnTo>
                <a:lnTo>
                  <a:pt x="98129" y="28037"/>
                </a:lnTo>
                <a:cubicBezTo>
                  <a:pt x="98129" y="20305"/>
                  <a:pt x="91842" y="14018"/>
                  <a:pt x="84110" y="14018"/>
                </a:cubicBezTo>
                <a:lnTo>
                  <a:pt x="77101" y="14018"/>
                </a:lnTo>
                <a:lnTo>
                  <a:pt x="77101" y="7009"/>
                </a:lnTo>
                <a:cubicBezTo>
                  <a:pt x="77101" y="3132"/>
                  <a:pt x="73969" y="0"/>
                  <a:pt x="70092" y="0"/>
                </a:cubicBezTo>
                <a:cubicBezTo>
                  <a:pt x="66215" y="0"/>
                  <a:pt x="63083" y="3132"/>
                  <a:pt x="63083" y="7009"/>
                </a:cubicBezTo>
                <a:lnTo>
                  <a:pt x="63083" y="14018"/>
                </a:lnTo>
                <a:lnTo>
                  <a:pt x="35046" y="14018"/>
                </a:lnTo>
                <a:lnTo>
                  <a:pt x="35046" y="7009"/>
                </a:lnTo>
                <a:cubicBezTo>
                  <a:pt x="35046" y="3132"/>
                  <a:pt x="31914" y="0"/>
                  <a:pt x="28037" y="0"/>
                </a:cubicBezTo>
                <a:close/>
                <a:moveTo>
                  <a:pt x="0" y="49064"/>
                </a:moveTo>
                <a:lnTo>
                  <a:pt x="0" y="91120"/>
                </a:lnTo>
                <a:cubicBezTo>
                  <a:pt x="0" y="98852"/>
                  <a:pt x="6286" y="105138"/>
                  <a:pt x="14018" y="105138"/>
                </a:cubicBezTo>
                <a:lnTo>
                  <a:pt x="84110" y="105138"/>
                </a:lnTo>
                <a:cubicBezTo>
                  <a:pt x="91842" y="105138"/>
                  <a:pt x="98129" y="98852"/>
                  <a:pt x="98129" y="91120"/>
                </a:cubicBezTo>
                <a:lnTo>
                  <a:pt x="98129" y="49064"/>
                </a:lnTo>
                <a:lnTo>
                  <a:pt x="0" y="4906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6647724" y="2539332"/>
            <a:ext cx="5086675" cy="256336"/>
          </a:xfrm>
          <a:custGeom>
            <a:avLst/>
            <a:gdLst/>
            <a:ahLst/>
            <a:cxnLst/>
            <a:rect l="l" t="t" r="r" b="b"/>
            <a:pathLst>
              <a:path w="5086675" h="256336">
                <a:moveTo>
                  <a:pt x="64084" y="0"/>
                </a:moveTo>
                <a:lnTo>
                  <a:pt x="5022591" y="0"/>
                </a:lnTo>
                <a:cubicBezTo>
                  <a:pt x="5057984" y="0"/>
                  <a:pt x="5086675" y="28691"/>
                  <a:pt x="5086675" y="64084"/>
                </a:cubicBezTo>
                <a:lnTo>
                  <a:pt x="5086675" y="192252"/>
                </a:lnTo>
                <a:cubicBezTo>
                  <a:pt x="5086675" y="227645"/>
                  <a:pt x="5057984" y="256336"/>
                  <a:pt x="5022591" y="256336"/>
                </a:cubicBezTo>
                <a:lnTo>
                  <a:pt x="64084" y="256336"/>
                </a:lnTo>
                <a:cubicBezTo>
                  <a:pt x="28691" y="256336"/>
                  <a:pt x="0" y="227645"/>
                  <a:pt x="0" y="192252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D95B1E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743850" y="2571375"/>
            <a:ext cx="4958507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Cita Agendada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966267" y="2827711"/>
            <a:ext cx="96126" cy="128168"/>
          </a:xfrm>
          <a:custGeom>
            <a:avLst/>
            <a:gdLst/>
            <a:ahLst/>
            <a:cxnLst/>
            <a:rect l="l" t="t" r="r" b="b"/>
            <a:pathLst>
              <a:path w="96126" h="128168">
                <a:moveTo>
                  <a:pt x="42406" y="125815"/>
                </a:moveTo>
                <a:cubicBezTo>
                  <a:pt x="45535" y="128944"/>
                  <a:pt x="50616" y="128944"/>
                  <a:pt x="53746" y="125815"/>
                </a:cubicBezTo>
                <a:lnTo>
                  <a:pt x="93798" y="85763"/>
                </a:lnTo>
                <a:cubicBezTo>
                  <a:pt x="96927" y="82633"/>
                  <a:pt x="96927" y="77552"/>
                  <a:pt x="93798" y="74423"/>
                </a:cubicBezTo>
                <a:cubicBezTo>
                  <a:pt x="90669" y="71294"/>
                  <a:pt x="85587" y="71294"/>
                  <a:pt x="82458" y="74423"/>
                </a:cubicBezTo>
                <a:lnTo>
                  <a:pt x="56074" y="100807"/>
                </a:lnTo>
                <a:lnTo>
                  <a:pt x="56074" y="8011"/>
                </a:lnTo>
                <a:cubicBezTo>
                  <a:pt x="56074" y="3580"/>
                  <a:pt x="52494" y="0"/>
                  <a:pt x="48063" y="0"/>
                </a:cubicBezTo>
                <a:cubicBezTo>
                  <a:pt x="43632" y="0"/>
                  <a:pt x="40053" y="3580"/>
                  <a:pt x="40053" y="8011"/>
                </a:cubicBezTo>
                <a:lnTo>
                  <a:pt x="40053" y="100807"/>
                </a:lnTo>
                <a:lnTo>
                  <a:pt x="13668" y="74423"/>
                </a:lnTo>
                <a:cubicBezTo>
                  <a:pt x="10539" y="71294"/>
                  <a:pt x="5457" y="71294"/>
                  <a:pt x="2328" y="74423"/>
                </a:cubicBezTo>
                <a:cubicBezTo>
                  <a:pt x="-801" y="77552"/>
                  <a:pt x="-801" y="82633"/>
                  <a:pt x="2328" y="85763"/>
                </a:cubicBezTo>
                <a:lnTo>
                  <a:pt x="42381" y="125815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50" name="Shape 48"/>
          <p:cNvSpPr/>
          <p:nvPr/>
        </p:nvSpPr>
        <p:spPr>
          <a:xfrm>
            <a:off x="6295261" y="2987921"/>
            <a:ext cx="256336" cy="256336"/>
          </a:xfrm>
          <a:custGeom>
            <a:avLst/>
            <a:gdLst/>
            <a:ahLst/>
            <a:cxnLst/>
            <a:rect l="l" t="t" r="r" b="b"/>
            <a:pathLst>
              <a:path w="256336" h="256336">
                <a:moveTo>
                  <a:pt x="128168" y="0"/>
                </a:moveTo>
                <a:lnTo>
                  <a:pt x="128168" y="0"/>
                </a:lnTo>
                <a:cubicBezTo>
                  <a:pt x="198906" y="0"/>
                  <a:pt x="256336" y="57430"/>
                  <a:pt x="256336" y="128168"/>
                </a:cubicBezTo>
                <a:lnTo>
                  <a:pt x="256336" y="128168"/>
                </a:lnTo>
                <a:cubicBezTo>
                  <a:pt x="256336" y="198906"/>
                  <a:pt x="198906" y="256336"/>
                  <a:pt x="128168" y="256336"/>
                </a:cubicBezTo>
                <a:lnTo>
                  <a:pt x="128168" y="256336"/>
                </a:lnTo>
                <a:cubicBezTo>
                  <a:pt x="57430" y="256336"/>
                  <a:pt x="0" y="198906"/>
                  <a:pt x="0" y="128168"/>
                </a:cubicBezTo>
                <a:lnTo>
                  <a:pt x="0" y="128168"/>
                </a:lnTo>
                <a:cubicBezTo>
                  <a:pt x="0" y="57430"/>
                  <a:pt x="57430" y="0"/>
                  <a:pt x="128168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51" name="Shape 49"/>
          <p:cNvSpPr/>
          <p:nvPr/>
        </p:nvSpPr>
        <p:spPr>
          <a:xfrm>
            <a:off x="6383377" y="3060016"/>
            <a:ext cx="84110" cy="112147"/>
          </a:xfrm>
          <a:custGeom>
            <a:avLst/>
            <a:gdLst/>
            <a:ahLst/>
            <a:cxnLst/>
            <a:rect l="l" t="t" r="r" b="b"/>
            <a:pathLst>
              <a:path w="84110" h="112147">
                <a:moveTo>
                  <a:pt x="54737" y="14632"/>
                </a:moveTo>
                <a:cubicBezTo>
                  <a:pt x="57015" y="11499"/>
                  <a:pt x="56315" y="7119"/>
                  <a:pt x="53182" y="4841"/>
                </a:cubicBezTo>
                <a:cubicBezTo>
                  <a:pt x="50050" y="2563"/>
                  <a:pt x="45669" y="3264"/>
                  <a:pt x="43391" y="6396"/>
                </a:cubicBezTo>
                <a:lnTo>
                  <a:pt x="20173" y="38310"/>
                </a:lnTo>
                <a:lnTo>
                  <a:pt x="11959" y="30096"/>
                </a:lnTo>
                <a:cubicBezTo>
                  <a:pt x="9221" y="27358"/>
                  <a:pt x="4775" y="27358"/>
                  <a:pt x="2037" y="30096"/>
                </a:cubicBezTo>
                <a:cubicBezTo>
                  <a:pt x="-701" y="32834"/>
                  <a:pt x="-701" y="37280"/>
                  <a:pt x="2037" y="40018"/>
                </a:cubicBezTo>
                <a:lnTo>
                  <a:pt x="16055" y="54037"/>
                </a:lnTo>
                <a:cubicBezTo>
                  <a:pt x="17501" y="55482"/>
                  <a:pt x="19516" y="56227"/>
                  <a:pt x="21553" y="56074"/>
                </a:cubicBezTo>
                <a:cubicBezTo>
                  <a:pt x="23590" y="55920"/>
                  <a:pt x="25474" y="54869"/>
                  <a:pt x="26679" y="53204"/>
                </a:cubicBezTo>
                <a:lnTo>
                  <a:pt x="54716" y="14654"/>
                </a:lnTo>
                <a:close/>
                <a:moveTo>
                  <a:pt x="82774" y="44421"/>
                </a:moveTo>
                <a:cubicBezTo>
                  <a:pt x="85052" y="41289"/>
                  <a:pt x="84351" y="36908"/>
                  <a:pt x="81219" y="34630"/>
                </a:cubicBezTo>
                <a:cubicBezTo>
                  <a:pt x="78087" y="32352"/>
                  <a:pt x="73706" y="33053"/>
                  <a:pt x="71428" y="36185"/>
                </a:cubicBezTo>
                <a:lnTo>
                  <a:pt x="34192" y="87374"/>
                </a:lnTo>
                <a:lnTo>
                  <a:pt x="18969" y="72151"/>
                </a:lnTo>
                <a:cubicBezTo>
                  <a:pt x="16231" y="69413"/>
                  <a:pt x="11784" y="69413"/>
                  <a:pt x="9046" y="72151"/>
                </a:cubicBezTo>
                <a:cubicBezTo>
                  <a:pt x="6308" y="74889"/>
                  <a:pt x="6308" y="79335"/>
                  <a:pt x="9046" y="82073"/>
                </a:cubicBezTo>
                <a:lnTo>
                  <a:pt x="30074" y="103101"/>
                </a:lnTo>
                <a:cubicBezTo>
                  <a:pt x="31519" y="104547"/>
                  <a:pt x="33535" y="105291"/>
                  <a:pt x="35572" y="105138"/>
                </a:cubicBezTo>
                <a:cubicBezTo>
                  <a:pt x="37609" y="104985"/>
                  <a:pt x="39492" y="103933"/>
                  <a:pt x="40697" y="102269"/>
                </a:cubicBezTo>
                <a:lnTo>
                  <a:pt x="82752" y="4444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647724" y="2987921"/>
            <a:ext cx="5086675" cy="256336"/>
          </a:xfrm>
          <a:custGeom>
            <a:avLst/>
            <a:gdLst/>
            <a:ahLst/>
            <a:cxnLst/>
            <a:rect l="l" t="t" r="r" b="b"/>
            <a:pathLst>
              <a:path w="5086675" h="256336">
                <a:moveTo>
                  <a:pt x="64084" y="0"/>
                </a:moveTo>
                <a:lnTo>
                  <a:pt x="5022591" y="0"/>
                </a:lnTo>
                <a:cubicBezTo>
                  <a:pt x="5057984" y="0"/>
                  <a:pt x="5086675" y="28691"/>
                  <a:pt x="5086675" y="64084"/>
                </a:cubicBezTo>
                <a:lnTo>
                  <a:pt x="5086675" y="192252"/>
                </a:lnTo>
                <a:cubicBezTo>
                  <a:pt x="5086675" y="227645"/>
                  <a:pt x="5057984" y="256336"/>
                  <a:pt x="5022591" y="256336"/>
                </a:cubicBezTo>
                <a:lnTo>
                  <a:pt x="64084" y="256336"/>
                </a:lnTo>
                <a:cubicBezTo>
                  <a:pt x="28691" y="256336"/>
                  <a:pt x="0" y="227645"/>
                  <a:pt x="0" y="192252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D95B1E">
              <a:alpha val="3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743850" y="3019963"/>
            <a:ext cx="4958507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Confirmado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966267" y="3276300"/>
            <a:ext cx="96126" cy="128168"/>
          </a:xfrm>
          <a:custGeom>
            <a:avLst/>
            <a:gdLst/>
            <a:ahLst/>
            <a:cxnLst/>
            <a:rect l="l" t="t" r="r" b="b"/>
            <a:pathLst>
              <a:path w="96126" h="128168">
                <a:moveTo>
                  <a:pt x="42406" y="125815"/>
                </a:moveTo>
                <a:cubicBezTo>
                  <a:pt x="45535" y="128944"/>
                  <a:pt x="50616" y="128944"/>
                  <a:pt x="53746" y="125815"/>
                </a:cubicBezTo>
                <a:lnTo>
                  <a:pt x="93798" y="85763"/>
                </a:lnTo>
                <a:cubicBezTo>
                  <a:pt x="96927" y="82633"/>
                  <a:pt x="96927" y="77552"/>
                  <a:pt x="93798" y="74423"/>
                </a:cubicBezTo>
                <a:cubicBezTo>
                  <a:pt x="90669" y="71294"/>
                  <a:pt x="85587" y="71294"/>
                  <a:pt x="82458" y="74423"/>
                </a:cubicBezTo>
                <a:lnTo>
                  <a:pt x="56074" y="100807"/>
                </a:lnTo>
                <a:lnTo>
                  <a:pt x="56074" y="8011"/>
                </a:lnTo>
                <a:cubicBezTo>
                  <a:pt x="56074" y="3580"/>
                  <a:pt x="52494" y="0"/>
                  <a:pt x="48063" y="0"/>
                </a:cubicBezTo>
                <a:cubicBezTo>
                  <a:pt x="43632" y="0"/>
                  <a:pt x="40053" y="3580"/>
                  <a:pt x="40053" y="8011"/>
                </a:cubicBezTo>
                <a:lnTo>
                  <a:pt x="40053" y="100807"/>
                </a:lnTo>
                <a:lnTo>
                  <a:pt x="13668" y="74423"/>
                </a:lnTo>
                <a:cubicBezTo>
                  <a:pt x="10539" y="71294"/>
                  <a:pt x="5457" y="71294"/>
                  <a:pt x="2328" y="74423"/>
                </a:cubicBezTo>
                <a:cubicBezTo>
                  <a:pt x="-801" y="77552"/>
                  <a:pt x="-801" y="82633"/>
                  <a:pt x="2328" y="85763"/>
                </a:cubicBezTo>
                <a:lnTo>
                  <a:pt x="42381" y="125815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55" name="Shape 53"/>
          <p:cNvSpPr/>
          <p:nvPr/>
        </p:nvSpPr>
        <p:spPr>
          <a:xfrm>
            <a:off x="6295261" y="3436510"/>
            <a:ext cx="256336" cy="256336"/>
          </a:xfrm>
          <a:custGeom>
            <a:avLst/>
            <a:gdLst/>
            <a:ahLst/>
            <a:cxnLst/>
            <a:rect l="l" t="t" r="r" b="b"/>
            <a:pathLst>
              <a:path w="256336" h="256336">
                <a:moveTo>
                  <a:pt x="128168" y="0"/>
                </a:moveTo>
                <a:lnTo>
                  <a:pt x="128168" y="0"/>
                </a:lnTo>
                <a:cubicBezTo>
                  <a:pt x="198906" y="0"/>
                  <a:pt x="256336" y="57430"/>
                  <a:pt x="256336" y="128168"/>
                </a:cubicBezTo>
                <a:lnTo>
                  <a:pt x="256336" y="128168"/>
                </a:lnTo>
                <a:cubicBezTo>
                  <a:pt x="256336" y="198906"/>
                  <a:pt x="198906" y="256336"/>
                  <a:pt x="128168" y="256336"/>
                </a:cubicBezTo>
                <a:lnTo>
                  <a:pt x="128168" y="256336"/>
                </a:lnTo>
                <a:cubicBezTo>
                  <a:pt x="57430" y="256336"/>
                  <a:pt x="0" y="198906"/>
                  <a:pt x="0" y="128168"/>
                </a:cubicBezTo>
                <a:lnTo>
                  <a:pt x="0" y="128168"/>
                </a:lnTo>
                <a:cubicBezTo>
                  <a:pt x="0" y="57430"/>
                  <a:pt x="57430" y="0"/>
                  <a:pt x="128168" y="0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56" name="Shape 54"/>
          <p:cNvSpPr/>
          <p:nvPr/>
        </p:nvSpPr>
        <p:spPr>
          <a:xfrm>
            <a:off x="6383377" y="3508604"/>
            <a:ext cx="84110" cy="112147"/>
          </a:xfrm>
          <a:custGeom>
            <a:avLst/>
            <a:gdLst/>
            <a:ahLst/>
            <a:cxnLst/>
            <a:rect l="l" t="t" r="r" b="b"/>
            <a:pathLst>
              <a:path w="84110" h="112147">
                <a:moveTo>
                  <a:pt x="42055" y="17523"/>
                </a:moveTo>
                <a:cubicBezTo>
                  <a:pt x="48825" y="17523"/>
                  <a:pt x="54321" y="12027"/>
                  <a:pt x="54321" y="5257"/>
                </a:cubicBezTo>
                <a:cubicBezTo>
                  <a:pt x="54321" y="-1513"/>
                  <a:pt x="48825" y="-7009"/>
                  <a:pt x="42055" y="-7009"/>
                </a:cubicBezTo>
                <a:cubicBezTo>
                  <a:pt x="35285" y="-7009"/>
                  <a:pt x="29789" y="-1513"/>
                  <a:pt x="29789" y="5257"/>
                </a:cubicBezTo>
                <a:cubicBezTo>
                  <a:pt x="29789" y="12027"/>
                  <a:pt x="35285" y="17523"/>
                  <a:pt x="42055" y="17523"/>
                </a:cubicBezTo>
                <a:close/>
                <a:moveTo>
                  <a:pt x="23087" y="49919"/>
                </a:moveTo>
                <a:lnTo>
                  <a:pt x="28037" y="44968"/>
                </a:lnTo>
                <a:lnTo>
                  <a:pt x="28037" y="60148"/>
                </a:lnTo>
                <a:cubicBezTo>
                  <a:pt x="28037" y="66281"/>
                  <a:pt x="30709" y="72129"/>
                  <a:pt x="35375" y="76116"/>
                </a:cubicBezTo>
                <a:lnTo>
                  <a:pt x="51014" y="89521"/>
                </a:lnTo>
                <a:cubicBezTo>
                  <a:pt x="52306" y="90638"/>
                  <a:pt x="53160" y="92171"/>
                  <a:pt x="53401" y="93858"/>
                </a:cubicBezTo>
                <a:lnTo>
                  <a:pt x="56161" y="113155"/>
                </a:lnTo>
                <a:cubicBezTo>
                  <a:pt x="56709" y="116988"/>
                  <a:pt x="60257" y="119660"/>
                  <a:pt x="64090" y="119113"/>
                </a:cubicBezTo>
                <a:cubicBezTo>
                  <a:pt x="67924" y="118565"/>
                  <a:pt x="70596" y="115017"/>
                  <a:pt x="70048" y="111183"/>
                </a:cubicBezTo>
                <a:lnTo>
                  <a:pt x="67288" y="91886"/>
                </a:lnTo>
                <a:cubicBezTo>
                  <a:pt x="66565" y="86826"/>
                  <a:pt x="64025" y="82227"/>
                  <a:pt x="60148" y="78897"/>
                </a:cubicBezTo>
                <a:lnTo>
                  <a:pt x="52591" y="72414"/>
                </a:lnTo>
                <a:lnTo>
                  <a:pt x="52591" y="47181"/>
                </a:lnTo>
                <a:lnTo>
                  <a:pt x="53423" y="48210"/>
                </a:lnTo>
                <a:cubicBezTo>
                  <a:pt x="57410" y="53204"/>
                  <a:pt x="63455" y="56095"/>
                  <a:pt x="69851" y="56095"/>
                </a:cubicBezTo>
                <a:lnTo>
                  <a:pt x="77123" y="56095"/>
                </a:lnTo>
                <a:cubicBezTo>
                  <a:pt x="81000" y="56095"/>
                  <a:pt x="84132" y="52963"/>
                  <a:pt x="84132" y="49086"/>
                </a:cubicBezTo>
                <a:cubicBezTo>
                  <a:pt x="84132" y="45209"/>
                  <a:pt x="81000" y="42077"/>
                  <a:pt x="77123" y="42077"/>
                </a:cubicBezTo>
                <a:lnTo>
                  <a:pt x="69851" y="42077"/>
                </a:lnTo>
                <a:cubicBezTo>
                  <a:pt x="67726" y="42077"/>
                  <a:pt x="65711" y="41113"/>
                  <a:pt x="64375" y="39449"/>
                </a:cubicBezTo>
                <a:lnTo>
                  <a:pt x="60454" y="34542"/>
                </a:lnTo>
                <a:cubicBezTo>
                  <a:pt x="55416" y="28234"/>
                  <a:pt x="47772" y="24554"/>
                  <a:pt x="39690" y="24554"/>
                </a:cubicBezTo>
                <a:cubicBezTo>
                  <a:pt x="32637" y="24554"/>
                  <a:pt x="25868" y="27358"/>
                  <a:pt x="20896" y="32352"/>
                </a:cubicBezTo>
                <a:lnTo>
                  <a:pt x="13164" y="39996"/>
                </a:lnTo>
                <a:cubicBezTo>
                  <a:pt x="9221" y="43939"/>
                  <a:pt x="7009" y="49283"/>
                  <a:pt x="7009" y="54869"/>
                </a:cubicBezTo>
                <a:lnTo>
                  <a:pt x="7009" y="63083"/>
                </a:lnTo>
                <a:cubicBezTo>
                  <a:pt x="7009" y="66960"/>
                  <a:pt x="10141" y="70092"/>
                  <a:pt x="14018" y="70092"/>
                </a:cubicBezTo>
                <a:cubicBezTo>
                  <a:pt x="17895" y="70092"/>
                  <a:pt x="21028" y="66960"/>
                  <a:pt x="21028" y="63083"/>
                </a:cubicBezTo>
                <a:lnTo>
                  <a:pt x="21028" y="54869"/>
                </a:lnTo>
                <a:cubicBezTo>
                  <a:pt x="21028" y="53007"/>
                  <a:pt x="21772" y="51233"/>
                  <a:pt x="23087" y="49919"/>
                </a:cubicBezTo>
                <a:close/>
                <a:moveTo>
                  <a:pt x="25803" y="89214"/>
                </a:moveTo>
                <a:cubicBezTo>
                  <a:pt x="25474" y="90353"/>
                  <a:pt x="24861" y="91404"/>
                  <a:pt x="24028" y="92237"/>
                </a:cubicBezTo>
                <a:lnTo>
                  <a:pt x="9068" y="107197"/>
                </a:lnTo>
                <a:cubicBezTo>
                  <a:pt x="6330" y="109935"/>
                  <a:pt x="6330" y="114381"/>
                  <a:pt x="9068" y="117119"/>
                </a:cubicBezTo>
                <a:cubicBezTo>
                  <a:pt x="11806" y="119857"/>
                  <a:pt x="16253" y="119857"/>
                  <a:pt x="18991" y="117119"/>
                </a:cubicBezTo>
                <a:lnTo>
                  <a:pt x="33951" y="102159"/>
                </a:lnTo>
                <a:cubicBezTo>
                  <a:pt x="36470" y="99640"/>
                  <a:pt x="38310" y="96508"/>
                  <a:pt x="39295" y="93069"/>
                </a:cubicBezTo>
                <a:lnTo>
                  <a:pt x="39777" y="91404"/>
                </a:lnTo>
                <a:lnTo>
                  <a:pt x="29701" y="82774"/>
                </a:lnTo>
                <a:cubicBezTo>
                  <a:pt x="29154" y="82292"/>
                  <a:pt x="28606" y="81810"/>
                  <a:pt x="28081" y="81285"/>
                </a:cubicBezTo>
                <a:lnTo>
                  <a:pt x="25803" y="8921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6647724" y="3436510"/>
            <a:ext cx="5086675" cy="256336"/>
          </a:xfrm>
          <a:custGeom>
            <a:avLst/>
            <a:gdLst/>
            <a:ahLst/>
            <a:cxnLst/>
            <a:rect l="l" t="t" r="r" b="b"/>
            <a:pathLst>
              <a:path w="5086675" h="256336">
                <a:moveTo>
                  <a:pt x="64084" y="0"/>
                </a:moveTo>
                <a:lnTo>
                  <a:pt x="5022591" y="0"/>
                </a:lnTo>
                <a:cubicBezTo>
                  <a:pt x="5057984" y="0"/>
                  <a:pt x="5086675" y="28691"/>
                  <a:pt x="5086675" y="64084"/>
                </a:cubicBezTo>
                <a:lnTo>
                  <a:pt x="5086675" y="192252"/>
                </a:lnTo>
                <a:cubicBezTo>
                  <a:pt x="5086675" y="227645"/>
                  <a:pt x="5057984" y="256336"/>
                  <a:pt x="5022591" y="256336"/>
                </a:cubicBezTo>
                <a:lnTo>
                  <a:pt x="64084" y="256336"/>
                </a:lnTo>
                <a:cubicBezTo>
                  <a:pt x="28691" y="256336"/>
                  <a:pt x="0" y="227645"/>
                  <a:pt x="0" y="192252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00A63E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743850" y="3468552"/>
            <a:ext cx="4958507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Vino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966267" y="3724888"/>
            <a:ext cx="96126" cy="128168"/>
          </a:xfrm>
          <a:custGeom>
            <a:avLst/>
            <a:gdLst/>
            <a:ahLst/>
            <a:cxnLst/>
            <a:rect l="l" t="t" r="r" b="b"/>
            <a:pathLst>
              <a:path w="96126" h="128168">
                <a:moveTo>
                  <a:pt x="42406" y="125815"/>
                </a:moveTo>
                <a:cubicBezTo>
                  <a:pt x="45535" y="128944"/>
                  <a:pt x="50616" y="128944"/>
                  <a:pt x="53746" y="125815"/>
                </a:cubicBezTo>
                <a:lnTo>
                  <a:pt x="93798" y="85763"/>
                </a:lnTo>
                <a:cubicBezTo>
                  <a:pt x="96927" y="82633"/>
                  <a:pt x="96927" y="77552"/>
                  <a:pt x="93798" y="74423"/>
                </a:cubicBezTo>
                <a:cubicBezTo>
                  <a:pt x="90669" y="71294"/>
                  <a:pt x="85587" y="71294"/>
                  <a:pt x="82458" y="74423"/>
                </a:cubicBezTo>
                <a:lnTo>
                  <a:pt x="56074" y="100807"/>
                </a:lnTo>
                <a:lnTo>
                  <a:pt x="56074" y="8011"/>
                </a:lnTo>
                <a:cubicBezTo>
                  <a:pt x="56074" y="3580"/>
                  <a:pt x="52494" y="0"/>
                  <a:pt x="48063" y="0"/>
                </a:cubicBezTo>
                <a:cubicBezTo>
                  <a:pt x="43632" y="0"/>
                  <a:pt x="40053" y="3580"/>
                  <a:pt x="40053" y="8011"/>
                </a:cubicBezTo>
                <a:lnTo>
                  <a:pt x="40053" y="100807"/>
                </a:lnTo>
                <a:lnTo>
                  <a:pt x="13668" y="74423"/>
                </a:lnTo>
                <a:cubicBezTo>
                  <a:pt x="10539" y="71294"/>
                  <a:pt x="5457" y="71294"/>
                  <a:pt x="2328" y="74423"/>
                </a:cubicBezTo>
                <a:cubicBezTo>
                  <a:pt x="-801" y="77552"/>
                  <a:pt x="-801" y="82633"/>
                  <a:pt x="2328" y="85763"/>
                </a:cubicBezTo>
                <a:lnTo>
                  <a:pt x="42381" y="125815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60" name="Shape 58"/>
          <p:cNvSpPr/>
          <p:nvPr/>
        </p:nvSpPr>
        <p:spPr>
          <a:xfrm>
            <a:off x="6295261" y="3885099"/>
            <a:ext cx="256336" cy="256336"/>
          </a:xfrm>
          <a:custGeom>
            <a:avLst/>
            <a:gdLst/>
            <a:ahLst/>
            <a:cxnLst/>
            <a:rect l="l" t="t" r="r" b="b"/>
            <a:pathLst>
              <a:path w="256336" h="256336">
                <a:moveTo>
                  <a:pt x="128168" y="0"/>
                </a:moveTo>
                <a:lnTo>
                  <a:pt x="128168" y="0"/>
                </a:lnTo>
                <a:cubicBezTo>
                  <a:pt x="198906" y="0"/>
                  <a:pt x="256336" y="57430"/>
                  <a:pt x="256336" y="128168"/>
                </a:cubicBezTo>
                <a:lnTo>
                  <a:pt x="256336" y="128168"/>
                </a:lnTo>
                <a:cubicBezTo>
                  <a:pt x="256336" y="198906"/>
                  <a:pt x="198906" y="256336"/>
                  <a:pt x="128168" y="256336"/>
                </a:cubicBezTo>
                <a:lnTo>
                  <a:pt x="128168" y="256336"/>
                </a:lnTo>
                <a:cubicBezTo>
                  <a:pt x="57430" y="256336"/>
                  <a:pt x="0" y="198906"/>
                  <a:pt x="0" y="128168"/>
                </a:cubicBezTo>
                <a:lnTo>
                  <a:pt x="0" y="128168"/>
                </a:lnTo>
                <a:cubicBezTo>
                  <a:pt x="0" y="57430"/>
                  <a:pt x="57430" y="0"/>
                  <a:pt x="128168" y="0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61" name="Shape 59"/>
          <p:cNvSpPr/>
          <p:nvPr/>
        </p:nvSpPr>
        <p:spPr>
          <a:xfrm>
            <a:off x="6355340" y="3957193"/>
            <a:ext cx="140184" cy="112147"/>
          </a:xfrm>
          <a:custGeom>
            <a:avLst/>
            <a:gdLst/>
            <a:ahLst/>
            <a:cxnLst/>
            <a:rect l="l" t="t" r="r" b="b"/>
            <a:pathLst>
              <a:path w="140184" h="112147">
                <a:moveTo>
                  <a:pt x="14040" y="14018"/>
                </a:moveTo>
                <a:cubicBezTo>
                  <a:pt x="14040" y="6286"/>
                  <a:pt x="20327" y="0"/>
                  <a:pt x="28059" y="0"/>
                </a:cubicBezTo>
                <a:lnTo>
                  <a:pt x="60805" y="0"/>
                </a:lnTo>
                <a:cubicBezTo>
                  <a:pt x="64528" y="0"/>
                  <a:pt x="68099" y="1468"/>
                  <a:pt x="70727" y="4096"/>
                </a:cubicBezTo>
                <a:lnTo>
                  <a:pt x="94033" y="27445"/>
                </a:lnTo>
                <a:cubicBezTo>
                  <a:pt x="96661" y="30074"/>
                  <a:pt x="98129" y="33644"/>
                  <a:pt x="98129" y="37368"/>
                </a:cubicBezTo>
                <a:lnTo>
                  <a:pt x="98129" y="58724"/>
                </a:lnTo>
                <a:lnTo>
                  <a:pt x="69216" y="87637"/>
                </a:lnTo>
                <a:lnTo>
                  <a:pt x="59994" y="87637"/>
                </a:lnTo>
                <a:lnTo>
                  <a:pt x="56468" y="75896"/>
                </a:lnTo>
                <a:cubicBezTo>
                  <a:pt x="55438" y="72458"/>
                  <a:pt x="52284" y="70114"/>
                  <a:pt x="48692" y="70114"/>
                </a:cubicBezTo>
                <a:cubicBezTo>
                  <a:pt x="46217" y="70114"/>
                  <a:pt x="43895" y="71231"/>
                  <a:pt x="42362" y="73159"/>
                </a:cubicBezTo>
                <a:lnTo>
                  <a:pt x="29198" y="89586"/>
                </a:lnTo>
                <a:cubicBezTo>
                  <a:pt x="27380" y="91842"/>
                  <a:pt x="27752" y="95172"/>
                  <a:pt x="30008" y="96968"/>
                </a:cubicBezTo>
                <a:cubicBezTo>
                  <a:pt x="32264" y="98764"/>
                  <a:pt x="35594" y="98414"/>
                  <a:pt x="37390" y="96136"/>
                </a:cubicBezTo>
                <a:lnTo>
                  <a:pt x="47706" y="83256"/>
                </a:lnTo>
                <a:lnTo>
                  <a:pt x="51036" y="94361"/>
                </a:lnTo>
                <a:cubicBezTo>
                  <a:pt x="51693" y="96596"/>
                  <a:pt x="53752" y="98107"/>
                  <a:pt x="56074" y="98107"/>
                </a:cubicBezTo>
                <a:lnTo>
                  <a:pt x="62973" y="98107"/>
                </a:lnTo>
                <a:cubicBezTo>
                  <a:pt x="62776" y="98786"/>
                  <a:pt x="62601" y="99487"/>
                  <a:pt x="62469" y="100188"/>
                </a:cubicBezTo>
                <a:lnTo>
                  <a:pt x="60082" y="112125"/>
                </a:lnTo>
                <a:lnTo>
                  <a:pt x="28059" y="112125"/>
                </a:lnTo>
                <a:cubicBezTo>
                  <a:pt x="20327" y="112125"/>
                  <a:pt x="14040" y="105839"/>
                  <a:pt x="14040" y="98107"/>
                </a:cubicBezTo>
                <a:lnTo>
                  <a:pt x="14040" y="13996"/>
                </a:lnTo>
                <a:close/>
                <a:moveTo>
                  <a:pt x="59600" y="12814"/>
                </a:moveTo>
                <a:lnTo>
                  <a:pt x="59600" y="33294"/>
                </a:lnTo>
                <a:cubicBezTo>
                  <a:pt x="59600" y="36207"/>
                  <a:pt x="61944" y="38551"/>
                  <a:pt x="64857" y="38551"/>
                </a:cubicBezTo>
                <a:lnTo>
                  <a:pt x="85337" y="38551"/>
                </a:lnTo>
                <a:lnTo>
                  <a:pt x="59600" y="12814"/>
                </a:lnTo>
                <a:close/>
                <a:moveTo>
                  <a:pt x="72786" y="102269"/>
                </a:moveTo>
                <a:cubicBezTo>
                  <a:pt x="73334" y="99553"/>
                  <a:pt x="74670" y="97055"/>
                  <a:pt x="76619" y="95106"/>
                </a:cubicBezTo>
                <a:lnTo>
                  <a:pt x="102663" y="69063"/>
                </a:lnTo>
                <a:lnTo>
                  <a:pt x="120186" y="86586"/>
                </a:lnTo>
                <a:lnTo>
                  <a:pt x="94142" y="112629"/>
                </a:lnTo>
                <a:cubicBezTo>
                  <a:pt x="92193" y="114578"/>
                  <a:pt x="89696" y="115915"/>
                  <a:pt x="86980" y="116462"/>
                </a:cubicBezTo>
                <a:lnTo>
                  <a:pt x="73925" y="119069"/>
                </a:lnTo>
                <a:cubicBezTo>
                  <a:pt x="73728" y="119113"/>
                  <a:pt x="73509" y="119134"/>
                  <a:pt x="73290" y="119134"/>
                </a:cubicBezTo>
                <a:cubicBezTo>
                  <a:pt x="71538" y="119134"/>
                  <a:pt x="70092" y="117711"/>
                  <a:pt x="70092" y="115937"/>
                </a:cubicBezTo>
                <a:cubicBezTo>
                  <a:pt x="70092" y="115717"/>
                  <a:pt x="70114" y="115520"/>
                  <a:pt x="70158" y="115301"/>
                </a:cubicBezTo>
                <a:lnTo>
                  <a:pt x="72764" y="102247"/>
                </a:lnTo>
                <a:close/>
                <a:moveTo>
                  <a:pt x="131444" y="75327"/>
                </a:moveTo>
                <a:lnTo>
                  <a:pt x="125136" y="81635"/>
                </a:lnTo>
                <a:lnTo>
                  <a:pt x="107613" y="64112"/>
                </a:lnTo>
                <a:lnTo>
                  <a:pt x="113921" y="57804"/>
                </a:lnTo>
                <a:cubicBezTo>
                  <a:pt x="118762" y="52963"/>
                  <a:pt x="126604" y="52963"/>
                  <a:pt x="131444" y="57804"/>
                </a:cubicBezTo>
                <a:cubicBezTo>
                  <a:pt x="136285" y="62645"/>
                  <a:pt x="136285" y="70486"/>
                  <a:pt x="131444" y="753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6647724" y="3885099"/>
            <a:ext cx="5086675" cy="256336"/>
          </a:xfrm>
          <a:custGeom>
            <a:avLst/>
            <a:gdLst/>
            <a:ahLst/>
            <a:cxnLst/>
            <a:rect l="l" t="t" r="r" b="b"/>
            <a:pathLst>
              <a:path w="5086675" h="256336">
                <a:moveTo>
                  <a:pt x="64084" y="0"/>
                </a:moveTo>
                <a:lnTo>
                  <a:pt x="5022591" y="0"/>
                </a:lnTo>
                <a:cubicBezTo>
                  <a:pt x="5057984" y="0"/>
                  <a:pt x="5086675" y="28691"/>
                  <a:pt x="5086675" y="64084"/>
                </a:cubicBezTo>
                <a:lnTo>
                  <a:pt x="5086675" y="192252"/>
                </a:lnTo>
                <a:cubicBezTo>
                  <a:pt x="5086675" y="227645"/>
                  <a:pt x="5057984" y="256336"/>
                  <a:pt x="5022591" y="256336"/>
                </a:cubicBezTo>
                <a:lnTo>
                  <a:pt x="64084" y="256336"/>
                </a:lnTo>
                <a:cubicBezTo>
                  <a:pt x="28691" y="256336"/>
                  <a:pt x="0" y="227645"/>
                  <a:pt x="0" y="192252"/>
                </a:cubicBezTo>
                <a:lnTo>
                  <a:pt x="0" y="64084"/>
                </a:lnTo>
                <a:cubicBezTo>
                  <a:pt x="0" y="28715"/>
                  <a:pt x="28715" y="0"/>
                  <a:pt x="64084" y="0"/>
                </a:cubicBezTo>
                <a:close/>
              </a:path>
            </a:pathLst>
          </a:custGeom>
          <a:solidFill>
            <a:srgbClr val="00A63E">
              <a:alpha val="3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6743850" y="3917141"/>
            <a:ext cx="4958507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Oferta → Cerrado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63088" y="4377745"/>
            <a:ext cx="5703485" cy="2443206"/>
          </a:xfrm>
          <a:custGeom>
            <a:avLst/>
            <a:gdLst/>
            <a:ahLst/>
            <a:cxnLst/>
            <a:rect l="l" t="t" r="r" b="b"/>
            <a:pathLst>
              <a:path w="5703485" h="2443206">
                <a:moveTo>
                  <a:pt x="96116" y="0"/>
                </a:moveTo>
                <a:lnTo>
                  <a:pt x="5607369" y="0"/>
                </a:lnTo>
                <a:cubicBezTo>
                  <a:pt x="5660452" y="0"/>
                  <a:pt x="5703485" y="43032"/>
                  <a:pt x="5703485" y="96116"/>
                </a:cubicBezTo>
                <a:lnTo>
                  <a:pt x="5703485" y="2347091"/>
                </a:lnTo>
                <a:cubicBezTo>
                  <a:pt x="5703485" y="2400174"/>
                  <a:pt x="5660452" y="2443206"/>
                  <a:pt x="5607369" y="2443206"/>
                </a:cubicBezTo>
                <a:lnTo>
                  <a:pt x="96116" y="2443206"/>
                </a:lnTo>
                <a:cubicBezTo>
                  <a:pt x="43068" y="2443206"/>
                  <a:pt x="0" y="2400138"/>
                  <a:pt x="0" y="2347091"/>
                </a:cubicBezTo>
                <a:lnTo>
                  <a:pt x="0" y="96116"/>
                </a:lnTo>
                <a:cubicBezTo>
                  <a:pt x="0" y="43032"/>
                  <a:pt x="43032" y="0"/>
                  <a:pt x="96116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20000"/>
                </a:srgbClr>
              </a:gs>
              <a:gs pos="100000">
                <a:srgbClr val="D95B1E">
                  <a:alpha val="5000"/>
                </a:srgbClr>
              </a:gs>
            </a:gsLst>
            <a:lin ang="2700000" scaled="1"/>
          </a:gradFill>
          <a:ln w="127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15288" y="4541961"/>
            <a:ext cx="160210" cy="160210"/>
          </a:xfrm>
          <a:custGeom>
            <a:avLst/>
            <a:gdLst/>
            <a:ahLst/>
            <a:cxnLst/>
            <a:rect l="l" t="t" r="r" b="b"/>
            <a:pathLst>
              <a:path w="160210" h="160210">
                <a:moveTo>
                  <a:pt x="80105" y="0"/>
                </a:moveTo>
                <a:cubicBezTo>
                  <a:pt x="81545" y="0"/>
                  <a:pt x="82984" y="313"/>
                  <a:pt x="84298" y="907"/>
                </a:cubicBezTo>
                <a:lnTo>
                  <a:pt x="143250" y="25909"/>
                </a:lnTo>
                <a:cubicBezTo>
                  <a:pt x="150135" y="28819"/>
                  <a:pt x="155266" y="35609"/>
                  <a:pt x="155235" y="43807"/>
                </a:cubicBezTo>
                <a:cubicBezTo>
                  <a:pt x="155079" y="74848"/>
                  <a:pt x="142312" y="131642"/>
                  <a:pt x="88397" y="157457"/>
                </a:cubicBezTo>
                <a:cubicBezTo>
                  <a:pt x="83172" y="159960"/>
                  <a:pt x="77101" y="159960"/>
                  <a:pt x="71876" y="157457"/>
                </a:cubicBezTo>
                <a:cubicBezTo>
                  <a:pt x="17930" y="131642"/>
                  <a:pt x="5194" y="74848"/>
                  <a:pt x="5038" y="43807"/>
                </a:cubicBezTo>
                <a:cubicBezTo>
                  <a:pt x="5007" y="35609"/>
                  <a:pt x="10138" y="28819"/>
                  <a:pt x="17022" y="25909"/>
                </a:cubicBezTo>
                <a:lnTo>
                  <a:pt x="75943" y="907"/>
                </a:lnTo>
                <a:cubicBezTo>
                  <a:pt x="77258" y="313"/>
                  <a:pt x="78666" y="0"/>
                  <a:pt x="80105" y="0"/>
                </a:cubicBezTo>
                <a:close/>
                <a:moveTo>
                  <a:pt x="80105" y="20902"/>
                </a:moveTo>
                <a:lnTo>
                  <a:pt x="80105" y="139214"/>
                </a:lnTo>
                <a:cubicBezTo>
                  <a:pt x="123287" y="118312"/>
                  <a:pt x="134896" y="72001"/>
                  <a:pt x="135177" y="44277"/>
                </a:cubicBezTo>
                <a:lnTo>
                  <a:pt x="80105" y="20934"/>
                </a:lnTo>
                <a:lnTo>
                  <a:pt x="80105" y="20934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66" name="Text 64"/>
          <p:cNvSpPr/>
          <p:nvPr/>
        </p:nvSpPr>
        <p:spPr>
          <a:xfrm>
            <a:off x="6495524" y="4509919"/>
            <a:ext cx="5318980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Respuestas a Objeciones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295261" y="4830339"/>
            <a:ext cx="5439138" cy="576757"/>
          </a:xfrm>
          <a:custGeom>
            <a:avLst/>
            <a:gdLst/>
            <a:ahLst/>
            <a:cxnLst/>
            <a:rect l="l" t="t" r="r" b="b"/>
            <a:pathLst>
              <a:path w="5439138" h="576757">
                <a:moveTo>
                  <a:pt x="64083" y="0"/>
                </a:moveTo>
                <a:lnTo>
                  <a:pt x="5375055" y="0"/>
                </a:lnTo>
                <a:cubicBezTo>
                  <a:pt x="5410447" y="0"/>
                  <a:pt x="5439138" y="28691"/>
                  <a:pt x="5439138" y="64083"/>
                </a:cubicBezTo>
                <a:lnTo>
                  <a:pt x="5439138" y="512673"/>
                </a:lnTo>
                <a:cubicBezTo>
                  <a:pt x="5439138" y="548066"/>
                  <a:pt x="5410447" y="576757"/>
                  <a:pt x="5375055" y="576757"/>
                </a:cubicBezTo>
                <a:lnTo>
                  <a:pt x="64083" y="576757"/>
                </a:lnTo>
                <a:cubicBezTo>
                  <a:pt x="28691" y="576757"/>
                  <a:pt x="0" y="548066"/>
                  <a:pt x="0" y="512673"/>
                </a:cubicBezTo>
                <a:lnTo>
                  <a:pt x="0" y="64083"/>
                </a:lnTo>
                <a:cubicBezTo>
                  <a:pt x="0" y="28715"/>
                  <a:pt x="28715" y="0"/>
                  <a:pt x="6408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407409" y="4958507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128168"/>
                </a:moveTo>
                <a:cubicBezTo>
                  <a:pt x="99453" y="128168"/>
                  <a:pt x="128168" y="99453"/>
                  <a:pt x="128168" y="64084"/>
                </a:cubicBezTo>
                <a:cubicBezTo>
                  <a:pt x="128168" y="28715"/>
                  <a:pt x="99453" y="0"/>
                  <a:pt x="64084" y="0"/>
                </a:cubicBezTo>
                <a:cubicBezTo>
                  <a:pt x="28715" y="0"/>
                  <a:pt x="0" y="28715"/>
                  <a:pt x="0" y="64084"/>
                </a:cubicBezTo>
                <a:cubicBezTo>
                  <a:pt x="0" y="99453"/>
                  <a:pt x="28715" y="128168"/>
                  <a:pt x="64084" y="128168"/>
                </a:cubicBezTo>
                <a:close/>
                <a:moveTo>
                  <a:pt x="41805" y="41805"/>
                </a:moveTo>
                <a:cubicBezTo>
                  <a:pt x="44158" y="39452"/>
                  <a:pt x="47963" y="39452"/>
                  <a:pt x="50291" y="41805"/>
                </a:cubicBezTo>
                <a:lnTo>
                  <a:pt x="64059" y="55573"/>
                </a:lnTo>
                <a:lnTo>
                  <a:pt x="77827" y="41805"/>
                </a:lnTo>
                <a:cubicBezTo>
                  <a:pt x="80180" y="39452"/>
                  <a:pt x="83985" y="39452"/>
                  <a:pt x="86313" y="41805"/>
                </a:cubicBezTo>
                <a:cubicBezTo>
                  <a:pt x="88641" y="44158"/>
                  <a:pt x="88666" y="47963"/>
                  <a:pt x="86313" y="50291"/>
                </a:cubicBezTo>
                <a:lnTo>
                  <a:pt x="72545" y="64059"/>
                </a:lnTo>
                <a:lnTo>
                  <a:pt x="86313" y="77827"/>
                </a:lnTo>
                <a:cubicBezTo>
                  <a:pt x="88666" y="80180"/>
                  <a:pt x="88666" y="83985"/>
                  <a:pt x="86313" y="86313"/>
                </a:cubicBezTo>
                <a:cubicBezTo>
                  <a:pt x="83960" y="88641"/>
                  <a:pt x="80155" y="88666"/>
                  <a:pt x="77827" y="86313"/>
                </a:cubicBezTo>
                <a:lnTo>
                  <a:pt x="64059" y="72545"/>
                </a:lnTo>
                <a:lnTo>
                  <a:pt x="50291" y="86313"/>
                </a:lnTo>
                <a:cubicBezTo>
                  <a:pt x="47938" y="88666"/>
                  <a:pt x="44133" y="88666"/>
                  <a:pt x="41805" y="86313"/>
                </a:cubicBezTo>
                <a:cubicBezTo>
                  <a:pt x="39477" y="83960"/>
                  <a:pt x="39452" y="80155"/>
                  <a:pt x="41805" y="77827"/>
                </a:cubicBezTo>
                <a:lnTo>
                  <a:pt x="55573" y="64059"/>
                </a:lnTo>
                <a:lnTo>
                  <a:pt x="41805" y="50291"/>
                </a:lnTo>
                <a:cubicBezTo>
                  <a:pt x="39452" y="47938"/>
                  <a:pt x="39452" y="44133"/>
                  <a:pt x="41805" y="4180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69" name="Text 67"/>
          <p:cNvSpPr/>
          <p:nvPr/>
        </p:nvSpPr>
        <p:spPr>
          <a:xfrm>
            <a:off x="6615682" y="4926465"/>
            <a:ext cx="584767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"Está caro"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391388" y="5150760"/>
            <a:ext cx="5302959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Comparo con 2 del mercado + muestro estado/garantía + llevo a cuota real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295261" y="5471180"/>
            <a:ext cx="5439138" cy="576757"/>
          </a:xfrm>
          <a:custGeom>
            <a:avLst/>
            <a:gdLst/>
            <a:ahLst/>
            <a:cxnLst/>
            <a:rect l="l" t="t" r="r" b="b"/>
            <a:pathLst>
              <a:path w="5439138" h="576757">
                <a:moveTo>
                  <a:pt x="64083" y="0"/>
                </a:moveTo>
                <a:lnTo>
                  <a:pt x="5375055" y="0"/>
                </a:lnTo>
                <a:cubicBezTo>
                  <a:pt x="5410447" y="0"/>
                  <a:pt x="5439138" y="28691"/>
                  <a:pt x="5439138" y="64083"/>
                </a:cubicBezTo>
                <a:lnTo>
                  <a:pt x="5439138" y="512673"/>
                </a:lnTo>
                <a:cubicBezTo>
                  <a:pt x="5439138" y="548066"/>
                  <a:pt x="5410447" y="576757"/>
                  <a:pt x="5375055" y="576757"/>
                </a:cubicBezTo>
                <a:lnTo>
                  <a:pt x="64083" y="576757"/>
                </a:lnTo>
                <a:cubicBezTo>
                  <a:pt x="28691" y="576757"/>
                  <a:pt x="0" y="548066"/>
                  <a:pt x="0" y="512673"/>
                </a:cubicBezTo>
                <a:lnTo>
                  <a:pt x="0" y="64083"/>
                </a:lnTo>
                <a:cubicBezTo>
                  <a:pt x="0" y="28715"/>
                  <a:pt x="28715" y="0"/>
                  <a:pt x="6408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6407409" y="5599348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128168"/>
                </a:moveTo>
                <a:cubicBezTo>
                  <a:pt x="99453" y="128168"/>
                  <a:pt x="128168" y="99453"/>
                  <a:pt x="128168" y="64084"/>
                </a:cubicBezTo>
                <a:cubicBezTo>
                  <a:pt x="128168" y="28715"/>
                  <a:pt x="99453" y="0"/>
                  <a:pt x="64084" y="0"/>
                </a:cubicBezTo>
                <a:cubicBezTo>
                  <a:pt x="28715" y="0"/>
                  <a:pt x="0" y="28715"/>
                  <a:pt x="0" y="64084"/>
                </a:cubicBezTo>
                <a:cubicBezTo>
                  <a:pt x="0" y="99453"/>
                  <a:pt x="28715" y="128168"/>
                  <a:pt x="64084" y="128168"/>
                </a:cubicBezTo>
                <a:close/>
                <a:moveTo>
                  <a:pt x="41805" y="41805"/>
                </a:moveTo>
                <a:cubicBezTo>
                  <a:pt x="44158" y="39452"/>
                  <a:pt x="47963" y="39452"/>
                  <a:pt x="50291" y="41805"/>
                </a:cubicBezTo>
                <a:lnTo>
                  <a:pt x="64059" y="55573"/>
                </a:lnTo>
                <a:lnTo>
                  <a:pt x="77827" y="41805"/>
                </a:lnTo>
                <a:cubicBezTo>
                  <a:pt x="80180" y="39452"/>
                  <a:pt x="83985" y="39452"/>
                  <a:pt x="86313" y="41805"/>
                </a:cubicBezTo>
                <a:cubicBezTo>
                  <a:pt x="88641" y="44158"/>
                  <a:pt x="88666" y="47963"/>
                  <a:pt x="86313" y="50291"/>
                </a:cubicBezTo>
                <a:lnTo>
                  <a:pt x="72545" y="64059"/>
                </a:lnTo>
                <a:lnTo>
                  <a:pt x="86313" y="77827"/>
                </a:lnTo>
                <a:cubicBezTo>
                  <a:pt x="88666" y="80180"/>
                  <a:pt x="88666" y="83985"/>
                  <a:pt x="86313" y="86313"/>
                </a:cubicBezTo>
                <a:cubicBezTo>
                  <a:pt x="83960" y="88641"/>
                  <a:pt x="80155" y="88666"/>
                  <a:pt x="77827" y="86313"/>
                </a:cubicBezTo>
                <a:lnTo>
                  <a:pt x="64059" y="72545"/>
                </a:lnTo>
                <a:lnTo>
                  <a:pt x="50291" y="86313"/>
                </a:lnTo>
                <a:cubicBezTo>
                  <a:pt x="47938" y="88666"/>
                  <a:pt x="44133" y="88666"/>
                  <a:pt x="41805" y="86313"/>
                </a:cubicBezTo>
                <a:cubicBezTo>
                  <a:pt x="39477" y="83960"/>
                  <a:pt x="39452" y="80155"/>
                  <a:pt x="41805" y="77827"/>
                </a:cubicBezTo>
                <a:lnTo>
                  <a:pt x="55573" y="64059"/>
                </a:lnTo>
                <a:lnTo>
                  <a:pt x="41805" y="50291"/>
                </a:lnTo>
                <a:cubicBezTo>
                  <a:pt x="39452" y="47938"/>
                  <a:pt x="39452" y="44133"/>
                  <a:pt x="41805" y="4180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3" name="Text 71"/>
          <p:cNvSpPr/>
          <p:nvPr/>
        </p:nvSpPr>
        <p:spPr>
          <a:xfrm>
            <a:off x="6615682" y="5567306"/>
            <a:ext cx="961261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"No tengo entrega"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91388" y="5791601"/>
            <a:ext cx="5302959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Alternativa con menor entrega + escalonado + opción más económica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295261" y="6112021"/>
            <a:ext cx="5439138" cy="576757"/>
          </a:xfrm>
          <a:custGeom>
            <a:avLst/>
            <a:gdLst/>
            <a:ahLst/>
            <a:cxnLst/>
            <a:rect l="l" t="t" r="r" b="b"/>
            <a:pathLst>
              <a:path w="5439138" h="576757">
                <a:moveTo>
                  <a:pt x="64083" y="0"/>
                </a:moveTo>
                <a:lnTo>
                  <a:pt x="5375055" y="0"/>
                </a:lnTo>
                <a:cubicBezTo>
                  <a:pt x="5410447" y="0"/>
                  <a:pt x="5439138" y="28691"/>
                  <a:pt x="5439138" y="64083"/>
                </a:cubicBezTo>
                <a:lnTo>
                  <a:pt x="5439138" y="512673"/>
                </a:lnTo>
                <a:cubicBezTo>
                  <a:pt x="5439138" y="548066"/>
                  <a:pt x="5410447" y="576757"/>
                  <a:pt x="5375055" y="576757"/>
                </a:cubicBezTo>
                <a:lnTo>
                  <a:pt x="64083" y="576757"/>
                </a:lnTo>
                <a:cubicBezTo>
                  <a:pt x="28691" y="576757"/>
                  <a:pt x="0" y="548066"/>
                  <a:pt x="0" y="512673"/>
                </a:cubicBezTo>
                <a:lnTo>
                  <a:pt x="0" y="64083"/>
                </a:lnTo>
                <a:cubicBezTo>
                  <a:pt x="0" y="28715"/>
                  <a:pt x="28715" y="0"/>
                  <a:pt x="6408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6407409" y="6240189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128168"/>
                </a:moveTo>
                <a:cubicBezTo>
                  <a:pt x="99453" y="128168"/>
                  <a:pt x="128168" y="99453"/>
                  <a:pt x="128168" y="64084"/>
                </a:cubicBezTo>
                <a:cubicBezTo>
                  <a:pt x="128168" y="28715"/>
                  <a:pt x="99453" y="0"/>
                  <a:pt x="64084" y="0"/>
                </a:cubicBezTo>
                <a:cubicBezTo>
                  <a:pt x="28715" y="0"/>
                  <a:pt x="0" y="28715"/>
                  <a:pt x="0" y="64084"/>
                </a:cubicBezTo>
                <a:cubicBezTo>
                  <a:pt x="0" y="99453"/>
                  <a:pt x="28715" y="128168"/>
                  <a:pt x="64084" y="128168"/>
                </a:cubicBezTo>
                <a:close/>
                <a:moveTo>
                  <a:pt x="41805" y="41805"/>
                </a:moveTo>
                <a:cubicBezTo>
                  <a:pt x="44158" y="39452"/>
                  <a:pt x="47963" y="39452"/>
                  <a:pt x="50291" y="41805"/>
                </a:cubicBezTo>
                <a:lnTo>
                  <a:pt x="64059" y="55573"/>
                </a:lnTo>
                <a:lnTo>
                  <a:pt x="77827" y="41805"/>
                </a:lnTo>
                <a:cubicBezTo>
                  <a:pt x="80180" y="39452"/>
                  <a:pt x="83985" y="39452"/>
                  <a:pt x="86313" y="41805"/>
                </a:cubicBezTo>
                <a:cubicBezTo>
                  <a:pt x="88641" y="44158"/>
                  <a:pt x="88666" y="47963"/>
                  <a:pt x="86313" y="50291"/>
                </a:cubicBezTo>
                <a:lnTo>
                  <a:pt x="72545" y="64059"/>
                </a:lnTo>
                <a:lnTo>
                  <a:pt x="86313" y="77827"/>
                </a:lnTo>
                <a:cubicBezTo>
                  <a:pt x="88666" y="80180"/>
                  <a:pt x="88666" y="83985"/>
                  <a:pt x="86313" y="86313"/>
                </a:cubicBezTo>
                <a:cubicBezTo>
                  <a:pt x="83960" y="88641"/>
                  <a:pt x="80155" y="88666"/>
                  <a:pt x="77827" y="86313"/>
                </a:cubicBezTo>
                <a:lnTo>
                  <a:pt x="64059" y="72545"/>
                </a:lnTo>
                <a:lnTo>
                  <a:pt x="50291" y="86313"/>
                </a:lnTo>
                <a:cubicBezTo>
                  <a:pt x="47938" y="88666"/>
                  <a:pt x="44133" y="88666"/>
                  <a:pt x="41805" y="86313"/>
                </a:cubicBezTo>
                <a:cubicBezTo>
                  <a:pt x="39477" y="83960"/>
                  <a:pt x="39452" y="80155"/>
                  <a:pt x="41805" y="77827"/>
                </a:cubicBezTo>
                <a:lnTo>
                  <a:pt x="55573" y="64059"/>
                </a:lnTo>
                <a:lnTo>
                  <a:pt x="41805" y="50291"/>
                </a:lnTo>
                <a:cubicBezTo>
                  <a:pt x="39452" y="47938"/>
                  <a:pt x="39452" y="44133"/>
                  <a:pt x="41805" y="4180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7" name="Text 75"/>
          <p:cNvSpPr/>
          <p:nvPr/>
        </p:nvSpPr>
        <p:spPr>
          <a:xfrm>
            <a:off x="6615682" y="6208147"/>
            <a:ext cx="592778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"Lo pienso"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391388" y="6432442"/>
            <a:ext cx="5302959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"Perfecto, te mando 2 opciones y cerramos turno mañana"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265" y="321265"/>
            <a:ext cx="11613723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spc="51" kern="0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MINUTO 110-120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1265" y="546150"/>
            <a:ext cx="11694040" cy="321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77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IA Aplicada al Día a Día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1265" y="899542"/>
            <a:ext cx="11621755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complicarse: 3 usos que más impacto tienen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281" y="1192696"/>
            <a:ext cx="2023968" cy="1421597"/>
          </a:xfrm>
          <a:custGeom>
            <a:avLst/>
            <a:gdLst/>
            <a:ahLst/>
            <a:cxnLst/>
            <a:rect l="l" t="t" r="r" b="b"/>
            <a:pathLst>
              <a:path w="2023968" h="1421597">
                <a:moveTo>
                  <a:pt x="96384" y="0"/>
                </a:moveTo>
                <a:lnTo>
                  <a:pt x="1927584" y="0"/>
                </a:lnTo>
                <a:cubicBezTo>
                  <a:pt x="1980816" y="0"/>
                  <a:pt x="2023968" y="43153"/>
                  <a:pt x="2023968" y="96384"/>
                </a:cubicBezTo>
                <a:lnTo>
                  <a:pt x="2023968" y="1325213"/>
                </a:lnTo>
                <a:cubicBezTo>
                  <a:pt x="2023968" y="1378444"/>
                  <a:pt x="1980816" y="1421597"/>
                  <a:pt x="1927584" y="1421597"/>
                </a:cubicBezTo>
                <a:lnTo>
                  <a:pt x="96384" y="1421597"/>
                </a:lnTo>
                <a:cubicBezTo>
                  <a:pt x="43153" y="1421597"/>
                  <a:pt x="0" y="1378444"/>
                  <a:pt x="0" y="1325213"/>
                </a:cubicBezTo>
                <a:lnTo>
                  <a:pt x="0" y="96384"/>
                </a:lnTo>
                <a:cubicBezTo>
                  <a:pt x="0" y="43188"/>
                  <a:pt x="43188" y="0"/>
                  <a:pt x="96384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20000"/>
                </a:srgbClr>
              </a:gs>
              <a:gs pos="100000">
                <a:srgbClr val="D95B1E">
                  <a:alpha val="5000"/>
                </a:srgbClr>
              </a:gs>
            </a:gsLst>
            <a:lin ang="2700000" scaled="1"/>
          </a:gradFill>
          <a:ln w="127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802" y="1325217"/>
            <a:ext cx="385518" cy="385518"/>
          </a:xfrm>
          <a:custGeom>
            <a:avLst/>
            <a:gdLst/>
            <a:ahLst/>
            <a:cxnLst/>
            <a:rect l="l" t="t" r="r" b="b"/>
            <a:pathLst>
              <a:path w="385518" h="385518">
                <a:moveTo>
                  <a:pt x="192759" y="0"/>
                </a:moveTo>
                <a:lnTo>
                  <a:pt x="192759" y="0"/>
                </a:lnTo>
                <a:cubicBezTo>
                  <a:pt x="299217" y="0"/>
                  <a:pt x="385518" y="86301"/>
                  <a:pt x="385518" y="192759"/>
                </a:cubicBezTo>
                <a:lnTo>
                  <a:pt x="385518" y="192759"/>
                </a:lnTo>
                <a:cubicBezTo>
                  <a:pt x="385518" y="299217"/>
                  <a:pt x="299217" y="385518"/>
                  <a:pt x="192759" y="385518"/>
                </a:cubicBezTo>
                <a:lnTo>
                  <a:pt x="192759" y="385518"/>
                </a:lnTo>
                <a:cubicBezTo>
                  <a:pt x="86301" y="385518"/>
                  <a:pt x="0" y="299217"/>
                  <a:pt x="0" y="192759"/>
                </a:cubicBezTo>
                <a:lnTo>
                  <a:pt x="0" y="192759"/>
                </a:lnTo>
                <a:cubicBezTo>
                  <a:pt x="0" y="86301"/>
                  <a:pt x="86301" y="0"/>
                  <a:pt x="192759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7" name="Shape 5"/>
          <p:cNvSpPr/>
          <p:nvPr/>
        </p:nvSpPr>
        <p:spPr>
          <a:xfrm>
            <a:off x="570245" y="1437660"/>
            <a:ext cx="160632" cy="160632"/>
          </a:xfrm>
          <a:custGeom>
            <a:avLst/>
            <a:gdLst/>
            <a:ahLst/>
            <a:cxnLst/>
            <a:rect l="l" t="t" r="r" b="b"/>
            <a:pathLst>
              <a:path w="160632" h="160632">
                <a:moveTo>
                  <a:pt x="117180" y="8502"/>
                </a:moveTo>
                <a:cubicBezTo>
                  <a:pt x="121886" y="3106"/>
                  <a:pt x="128694" y="0"/>
                  <a:pt x="135879" y="0"/>
                </a:cubicBezTo>
                <a:cubicBezTo>
                  <a:pt x="149558" y="0"/>
                  <a:pt x="160664" y="11106"/>
                  <a:pt x="160664" y="24785"/>
                </a:cubicBezTo>
                <a:cubicBezTo>
                  <a:pt x="160664" y="31938"/>
                  <a:pt x="157558" y="38778"/>
                  <a:pt x="152162" y="43484"/>
                </a:cubicBezTo>
                <a:lnTo>
                  <a:pt x="89007" y="98450"/>
                </a:lnTo>
                <a:lnTo>
                  <a:pt x="85650" y="95062"/>
                </a:lnTo>
                <a:lnTo>
                  <a:pt x="65571" y="74983"/>
                </a:lnTo>
                <a:lnTo>
                  <a:pt x="62182" y="71626"/>
                </a:lnTo>
                <a:lnTo>
                  <a:pt x="117180" y="8502"/>
                </a:lnTo>
                <a:close/>
                <a:moveTo>
                  <a:pt x="50543" y="81257"/>
                </a:moveTo>
                <a:cubicBezTo>
                  <a:pt x="50825" y="81571"/>
                  <a:pt x="58982" y="89728"/>
                  <a:pt x="74983" y="105729"/>
                </a:cubicBezTo>
                <a:lnTo>
                  <a:pt x="79344" y="110090"/>
                </a:lnTo>
                <a:lnTo>
                  <a:pt x="73979" y="133369"/>
                </a:lnTo>
                <a:cubicBezTo>
                  <a:pt x="72755" y="138734"/>
                  <a:pt x="68677" y="143000"/>
                  <a:pt x="63375" y="144475"/>
                </a:cubicBezTo>
                <a:lnTo>
                  <a:pt x="10102" y="159377"/>
                </a:lnTo>
                <a:lnTo>
                  <a:pt x="39060" y="130420"/>
                </a:lnTo>
                <a:cubicBezTo>
                  <a:pt x="39437" y="130451"/>
                  <a:pt x="39782" y="130482"/>
                  <a:pt x="40158" y="130482"/>
                </a:cubicBezTo>
                <a:cubicBezTo>
                  <a:pt x="45711" y="130482"/>
                  <a:pt x="50198" y="125996"/>
                  <a:pt x="50198" y="120443"/>
                </a:cubicBezTo>
                <a:cubicBezTo>
                  <a:pt x="50198" y="114890"/>
                  <a:pt x="45711" y="110403"/>
                  <a:pt x="40158" y="110403"/>
                </a:cubicBezTo>
                <a:cubicBezTo>
                  <a:pt x="34605" y="110403"/>
                  <a:pt x="30119" y="114890"/>
                  <a:pt x="30119" y="120443"/>
                </a:cubicBezTo>
                <a:cubicBezTo>
                  <a:pt x="30119" y="120819"/>
                  <a:pt x="30150" y="121196"/>
                  <a:pt x="30181" y="121541"/>
                </a:cubicBezTo>
                <a:lnTo>
                  <a:pt x="1224" y="150530"/>
                </a:lnTo>
                <a:lnTo>
                  <a:pt x="16157" y="97258"/>
                </a:lnTo>
                <a:cubicBezTo>
                  <a:pt x="17632" y="91956"/>
                  <a:pt x="21899" y="87877"/>
                  <a:pt x="27264" y="86654"/>
                </a:cubicBezTo>
                <a:lnTo>
                  <a:pt x="50543" y="812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802" y="1807115"/>
            <a:ext cx="1831209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Guiones y Hooks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802" y="2096253"/>
            <a:ext cx="1823178" cy="38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modelo y público específico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51527" y="1192696"/>
            <a:ext cx="2023968" cy="1421597"/>
          </a:xfrm>
          <a:custGeom>
            <a:avLst/>
            <a:gdLst/>
            <a:ahLst/>
            <a:cxnLst/>
            <a:rect l="l" t="t" r="r" b="b"/>
            <a:pathLst>
              <a:path w="2023968" h="1421597">
                <a:moveTo>
                  <a:pt x="96384" y="0"/>
                </a:moveTo>
                <a:lnTo>
                  <a:pt x="1927584" y="0"/>
                </a:lnTo>
                <a:cubicBezTo>
                  <a:pt x="1980816" y="0"/>
                  <a:pt x="2023968" y="43153"/>
                  <a:pt x="2023968" y="96384"/>
                </a:cubicBezTo>
                <a:lnTo>
                  <a:pt x="2023968" y="1325213"/>
                </a:lnTo>
                <a:cubicBezTo>
                  <a:pt x="2023968" y="1378444"/>
                  <a:pt x="1980816" y="1421597"/>
                  <a:pt x="1927584" y="1421597"/>
                </a:cubicBezTo>
                <a:lnTo>
                  <a:pt x="96384" y="1421597"/>
                </a:lnTo>
                <a:cubicBezTo>
                  <a:pt x="43153" y="1421597"/>
                  <a:pt x="0" y="1378444"/>
                  <a:pt x="0" y="1325213"/>
                </a:cubicBezTo>
                <a:lnTo>
                  <a:pt x="0" y="96384"/>
                </a:lnTo>
                <a:cubicBezTo>
                  <a:pt x="0" y="43188"/>
                  <a:pt x="43188" y="0"/>
                  <a:pt x="9638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84048" y="1325217"/>
            <a:ext cx="385518" cy="385518"/>
          </a:xfrm>
          <a:custGeom>
            <a:avLst/>
            <a:gdLst/>
            <a:ahLst/>
            <a:cxnLst/>
            <a:rect l="l" t="t" r="r" b="b"/>
            <a:pathLst>
              <a:path w="385518" h="385518">
                <a:moveTo>
                  <a:pt x="192759" y="0"/>
                </a:moveTo>
                <a:lnTo>
                  <a:pt x="192759" y="0"/>
                </a:lnTo>
                <a:cubicBezTo>
                  <a:pt x="299217" y="0"/>
                  <a:pt x="385518" y="86301"/>
                  <a:pt x="385518" y="192759"/>
                </a:cubicBezTo>
                <a:lnTo>
                  <a:pt x="385518" y="192759"/>
                </a:lnTo>
                <a:cubicBezTo>
                  <a:pt x="385518" y="299217"/>
                  <a:pt x="299217" y="385518"/>
                  <a:pt x="192759" y="385518"/>
                </a:cubicBezTo>
                <a:lnTo>
                  <a:pt x="192759" y="385518"/>
                </a:lnTo>
                <a:cubicBezTo>
                  <a:pt x="86301" y="385518"/>
                  <a:pt x="0" y="299217"/>
                  <a:pt x="0" y="192759"/>
                </a:cubicBezTo>
                <a:lnTo>
                  <a:pt x="0" y="192759"/>
                </a:lnTo>
                <a:cubicBezTo>
                  <a:pt x="0" y="86301"/>
                  <a:pt x="86301" y="0"/>
                  <a:pt x="192759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2" name="Shape 10"/>
          <p:cNvSpPr/>
          <p:nvPr/>
        </p:nvSpPr>
        <p:spPr>
          <a:xfrm>
            <a:off x="2706531" y="1437660"/>
            <a:ext cx="140553" cy="160632"/>
          </a:xfrm>
          <a:custGeom>
            <a:avLst/>
            <a:gdLst/>
            <a:ahLst/>
            <a:cxnLst/>
            <a:rect l="l" t="t" r="r" b="b"/>
            <a:pathLst>
              <a:path w="140553" h="160632">
                <a:moveTo>
                  <a:pt x="60237" y="0"/>
                </a:moveTo>
                <a:cubicBezTo>
                  <a:pt x="49162" y="0"/>
                  <a:pt x="40158" y="9004"/>
                  <a:pt x="40158" y="20079"/>
                </a:cubicBezTo>
                <a:lnTo>
                  <a:pt x="40158" y="100395"/>
                </a:lnTo>
                <a:cubicBezTo>
                  <a:pt x="40158" y="111470"/>
                  <a:pt x="49162" y="120474"/>
                  <a:pt x="60237" y="120474"/>
                </a:cubicBezTo>
                <a:lnTo>
                  <a:pt x="120474" y="120474"/>
                </a:lnTo>
                <a:cubicBezTo>
                  <a:pt x="131549" y="120474"/>
                  <a:pt x="140553" y="111470"/>
                  <a:pt x="140553" y="100395"/>
                </a:cubicBezTo>
                <a:lnTo>
                  <a:pt x="140553" y="37460"/>
                </a:lnTo>
                <a:cubicBezTo>
                  <a:pt x="140553" y="32001"/>
                  <a:pt x="138326" y="26762"/>
                  <a:pt x="134373" y="22965"/>
                </a:cubicBezTo>
                <a:lnTo>
                  <a:pt x="116270" y="5584"/>
                </a:lnTo>
                <a:cubicBezTo>
                  <a:pt x="112537" y="2008"/>
                  <a:pt x="107548" y="0"/>
                  <a:pt x="102372" y="0"/>
                </a:cubicBezTo>
                <a:lnTo>
                  <a:pt x="60237" y="0"/>
                </a:lnTo>
                <a:close/>
                <a:moveTo>
                  <a:pt x="20079" y="40158"/>
                </a:moveTo>
                <a:cubicBezTo>
                  <a:pt x="9004" y="40158"/>
                  <a:pt x="0" y="49162"/>
                  <a:pt x="0" y="60237"/>
                </a:cubicBezTo>
                <a:lnTo>
                  <a:pt x="0" y="140553"/>
                </a:lnTo>
                <a:cubicBezTo>
                  <a:pt x="0" y="151628"/>
                  <a:pt x="9004" y="160632"/>
                  <a:pt x="20079" y="160632"/>
                </a:cubicBezTo>
                <a:lnTo>
                  <a:pt x="80316" y="160632"/>
                </a:lnTo>
                <a:cubicBezTo>
                  <a:pt x="91391" y="160632"/>
                  <a:pt x="100395" y="151628"/>
                  <a:pt x="100395" y="140553"/>
                </a:cubicBezTo>
                <a:lnTo>
                  <a:pt x="100395" y="135534"/>
                </a:lnTo>
                <a:lnTo>
                  <a:pt x="80316" y="135534"/>
                </a:lnTo>
                <a:lnTo>
                  <a:pt x="80316" y="140553"/>
                </a:lnTo>
                <a:lnTo>
                  <a:pt x="20079" y="140553"/>
                </a:lnTo>
                <a:lnTo>
                  <a:pt x="20079" y="60237"/>
                </a:lnTo>
                <a:lnTo>
                  <a:pt x="25099" y="60237"/>
                </a:lnTo>
                <a:lnTo>
                  <a:pt x="25099" y="40158"/>
                </a:lnTo>
                <a:lnTo>
                  <a:pt x="20079" y="4015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584048" y="1807115"/>
            <a:ext cx="1831209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Variaciones de Anuncios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84048" y="2096253"/>
            <a:ext cx="1823178" cy="38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testear rápido qué funciona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7773" y="1192696"/>
            <a:ext cx="2023968" cy="1421597"/>
          </a:xfrm>
          <a:custGeom>
            <a:avLst/>
            <a:gdLst/>
            <a:ahLst/>
            <a:cxnLst/>
            <a:rect l="l" t="t" r="r" b="b"/>
            <a:pathLst>
              <a:path w="2023968" h="1421597">
                <a:moveTo>
                  <a:pt x="96384" y="0"/>
                </a:moveTo>
                <a:lnTo>
                  <a:pt x="1927584" y="0"/>
                </a:lnTo>
                <a:cubicBezTo>
                  <a:pt x="1980816" y="0"/>
                  <a:pt x="2023968" y="43153"/>
                  <a:pt x="2023968" y="96384"/>
                </a:cubicBezTo>
                <a:lnTo>
                  <a:pt x="2023968" y="1325213"/>
                </a:lnTo>
                <a:cubicBezTo>
                  <a:pt x="2023968" y="1378444"/>
                  <a:pt x="1980816" y="1421597"/>
                  <a:pt x="1927584" y="1421597"/>
                </a:cubicBezTo>
                <a:lnTo>
                  <a:pt x="96384" y="1421597"/>
                </a:lnTo>
                <a:cubicBezTo>
                  <a:pt x="43153" y="1421597"/>
                  <a:pt x="0" y="1378444"/>
                  <a:pt x="0" y="1325213"/>
                </a:cubicBezTo>
                <a:lnTo>
                  <a:pt x="0" y="96384"/>
                </a:lnTo>
                <a:cubicBezTo>
                  <a:pt x="0" y="43188"/>
                  <a:pt x="43188" y="0"/>
                  <a:pt x="96384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>
                  <a:alpha val="20000"/>
                </a:srgbClr>
              </a:gs>
              <a:gs pos="100000">
                <a:srgbClr val="788A9C">
                  <a:alpha val="5000"/>
                </a:srgbClr>
              </a:gs>
            </a:gsLst>
            <a:lin ang="2700000" scaled="1"/>
          </a:gradFill>
          <a:ln w="12700">
            <a:solidFill>
              <a:srgbClr val="788A9C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0294" y="1325217"/>
            <a:ext cx="385518" cy="385518"/>
          </a:xfrm>
          <a:custGeom>
            <a:avLst/>
            <a:gdLst/>
            <a:ahLst/>
            <a:cxnLst/>
            <a:rect l="l" t="t" r="r" b="b"/>
            <a:pathLst>
              <a:path w="385518" h="385518">
                <a:moveTo>
                  <a:pt x="192759" y="0"/>
                </a:moveTo>
                <a:lnTo>
                  <a:pt x="192759" y="0"/>
                </a:lnTo>
                <a:cubicBezTo>
                  <a:pt x="299217" y="0"/>
                  <a:pt x="385518" y="86301"/>
                  <a:pt x="385518" y="192759"/>
                </a:cubicBezTo>
                <a:lnTo>
                  <a:pt x="385518" y="192759"/>
                </a:lnTo>
                <a:cubicBezTo>
                  <a:pt x="385518" y="299217"/>
                  <a:pt x="299217" y="385518"/>
                  <a:pt x="192759" y="385518"/>
                </a:cubicBezTo>
                <a:lnTo>
                  <a:pt x="192759" y="385518"/>
                </a:lnTo>
                <a:cubicBezTo>
                  <a:pt x="86301" y="385518"/>
                  <a:pt x="0" y="299217"/>
                  <a:pt x="0" y="192759"/>
                </a:cubicBezTo>
                <a:lnTo>
                  <a:pt x="0" y="192759"/>
                </a:lnTo>
                <a:cubicBezTo>
                  <a:pt x="0" y="86301"/>
                  <a:pt x="86301" y="0"/>
                  <a:pt x="192759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7" name="Shape 15"/>
          <p:cNvSpPr/>
          <p:nvPr/>
        </p:nvSpPr>
        <p:spPr>
          <a:xfrm>
            <a:off x="4822737" y="1437660"/>
            <a:ext cx="160632" cy="160632"/>
          </a:xfrm>
          <a:custGeom>
            <a:avLst/>
            <a:gdLst/>
            <a:ahLst/>
            <a:cxnLst/>
            <a:rect l="l" t="t" r="r" b="b"/>
            <a:pathLst>
              <a:path w="160632" h="160632">
                <a:moveTo>
                  <a:pt x="64065" y="5773"/>
                </a:moveTo>
                <a:cubicBezTo>
                  <a:pt x="67830" y="7341"/>
                  <a:pt x="70277" y="10981"/>
                  <a:pt x="70277" y="15059"/>
                </a:cubicBezTo>
                <a:lnTo>
                  <a:pt x="70277" y="40158"/>
                </a:lnTo>
                <a:lnTo>
                  <a:pt x="105415" y="40158"/>
                </a:lnTo>
                <a:cubicBezTo>
                  <a:pt x="135910" y="40158"/>
                  <a:pt x="160632" y="64880"/>
                  <a:pt x="160632" y="95375"/>
                </a:cubicBezTo>
                <a:cubicBezTo>
                  <a:pt x="160632" y="130922"/>
                  <a:pt x="135063" y="146797"/>
                  <a:pt x="129196" y="149997"/>
                </a:cubicBezTo>
                <a:cubicBezTo>
                  <a:pt x="128412" y="150436"/>
                  <a:pt x="127533" y="150593"/>
                  <a:pt x="126655" y="150593"/>
                </a:cubicBezTo>
                <a:cubicBezTo>
                  <a:pt x="123235" y="150593"/>
                  <a:pt x="120474" y="147801"/>
                  <a:pt x="120474" y="144412"/>
                </a:cubicBezTo>
                <a:cubicBezTo>
                  <a:pt x="120474" y="142059"/>
                  <a:pt x="121823" y="139895"/>
                  <a:pt x="123549" y="138294"/>
                </a:cubicBezTo>
                <a:cubicBezTo>
                  <a:pt x="126498" y="135534"/>
                  <a:pt x="130514" y="130012"/>
                  <a:pt x="130514" y="120506"/>
                </a:cubicBezTo>
                <a:cubicBezTo>
                  <a:pt x="130514" y="103878"/>
                  <a:pt x="117023" y="90387"/>
                  <a:pt x="100395" y="90387"/>
                </a:cubicBezTo>
                <a:lnTo>
                  <a:pt x="70277" y="90387"/>
                </a:lnTo>
                <a:lnTo>
                  <a:pt x="70277" y="115486"/>
                </a:lnTo>
                <a:cubicBezTo>
                  <a:pt x="70277" y="119533"/>
                  <a:pt x="67830" y="123204"/>
                  <a:pt x="64065" y="124772"/>
                </a:cubicBezTo>
                <a:cubicBezTo>
                  <a:pt x="60300" y="126341"/>
                  <a:pt x="56002" y="125463"/>
                  <a:pt x="53115" y="122608"/>
                </a:cubicBezTo>
                <a:lnTo>
                  <a:pt x="2918" y="72410"/>
                </a:lnTo>
                <a:cubicBezTo>
                  <a:pt x="-1004" y="68488"/>
                  <a:pt x="-1004" y="62120"/>
                  <a:pt x="2918" y="58198"/>
                </a:cubicBezTo>
                <a:lnTo>
                  <a:pt x="53115" y="8000"/>
                </a:lnTo>
                <a:cubicBezTo>
                  <a:pt x="56002" y="5114"/>
                  <a:pt x="60300" y="4267"/>
                  <a:pt x="64065" y="583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10294" y="1807115"/>
            <a:ext cx="1831209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Respuestas y Seguimiento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10294" y="2096253"/>
            <a:ext cx="1823178" cy="38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sonar robot, personalizado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9296" y="2722719"/>
            <a:ext cx="6264664" cy="3806988"/>
          </a:xfrm>
          <a:custGeom>
            <a:avLst/>
            <a:gdLst/>
            <a:ahLst/>
            <a:cxnLst/>
            <a:rect l="l" t="t" r="r" b="b"/>
            <a:pathLst>
              <a:path w="6264664" h="3806988">
                <a:moveTo>
                  <a:pt x="96393" y="0"/>
                </a:moveTo>
                <a:lnTo>
                  <a:pt x="6168271" y="0"/>
                </a:lnTo>
                <a:cubicBezTo>
                  <a:pt x="6221507" y="0"/>
                  <a:pt x="6264664" y="43157"/>
                  <a:pt x="6264664" y="96393"/>
                </a:cubicBezTo>
                <a:lnTo>
                  <a:pt x="6264664" y="3710595"/>
                </a:lnTo>
                <a:cubicBezTo>
                  <a:pt x="6264664" y="3763832"/>
                  <a:pt x="6221507" y="3806988"/>
                  <a:pt x="6168271" y="3806988"/>
                </a:cubicBezTo>
                <a:lnTo>
                  <a:pt x="96393" y="3806988"/>
                </a:lnTo>
                <a:cubicBezTo>
                  <a:pt x="43157" y="3806988"/>
                  <a:pt x="0" y="3763832"/>
                  <a:pt x="0" y="3710595"/>
                </a:cubicBezTo>
                <a:lnTo>
                  <a:pt x="0" y="96393"/>
                </a:lnTo>
                <a:cubicBezTo>
                  <a:pt x="0" y="43192"/>
                  <a:pt x="43192" y="0"/>
                  <a:pt x="96393" y="0"/>
                </a:cubicBezTo>
                <a:close/>
              </a:path>
            </a:pathLst>
          </a:custGeom>
          <a:solidFill>
            <a:srgbClr val="1A1A1A"/>
          </a:solidFill>
          <a:ln w="254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5913" y="2891383"/>
            <a:ext cx="160632" cy="160632"/>
          </a:xfrm>
          <a:custGeom>
            <a:avLst/>
            <a:gdLst/>
            <a:ahLst/>
            <a:cxnLst/>
            <a:rect l="l" t="t" r="r" b="b"/>
            <a:pathLst>
              <a:path w="160632" h="160632">
                <a:moveTo>
                  <a:pt x="2949" y="37209"/>
                </a:moveTo>
                <a:cubicBezTo>
                  <a:pt x="-973" y="33287"/>
                  <a:pt x="-973" y="26918"/>
                  <a:pt x="2949" y="22997"/>
                </a:cubicBezTo>
                <a:cubicBezTo>
                  <a:pt x="6871" y="19075"/>
                  <a:pt x="13240" y="19075"/>
                  <a:pt x="17161" y="22997"/>
                </a:cubicBezTo>
                <a:lnTo>
                  <a:pt x="67359" y="73194"/>
                </a:lnTo>
                <a:cubicBezTo>
                  <a:pt x="71281" y="77116"/>
                  <a:pt x="71281" y="83485"/>
                  <a:pt x="67359" y="87407"/>
                </a:cubicBezTo>
                <a:lnTo>
                  <a:pt x="17161" y="137604"/>
                </a:lnTo>
                <a:cubicBezTo>
                  <a:pt x="13240" y="141526"/>
                  <a:pt x="6871" y="141526"/>
                  <a:pt x="2949" y="137604"/>
                </a:cubicBezTo>
                <a:cubicBezTo>
                  <a:pt x="-973" y="133683"/>
                  <a:pt x="-973" y="127314"/>
                  <a:pt x="2949" y="123392"/>
                </a:cubicBezTo>
                <a:lnTo>
                  <a:pt x="46025" y="80316"/>
                </a:lnTo>
                <a:lnTo>
                  <a:pt x="2949" y="37209"/>
                </a:lnTo>
                <a:close/>
                <a:moveTo>
                  <a:pt x="70277" y="120474"/>
                </a:moveTo>
                <a:lnTo>
                  <a:pt x="150593" y="120474"/>
                </a:lnTo>
                <a:cubicBezTo>
                  <a:pt x="156146" y="120474"/>
                  <a:pt x="160632" y="124961"/>
                  <a:pt x="160632" y="130514"/>
                </a:cubicBezTo>
                <a:cubicBezTo>
                  <a:pt x="160632" y="136067"/>
                  <a:pt x="156146" y="140553"/>
                  <a:pt x="150593" y="140553"/>
                </a:cubicBezTo>
                <a:lnTo>
                  <a:pt x="70277" y="140553"/>
                </a:lnTo>
                <a:cubicBezTo>
                  <a:pt x="64724" y="140553"/>
                  <a:pt x="60237" y="136067"/>
                  <a:pt x="60237" y="130514"/>
                </a:cubicBezTo>
                <a:cubicBezTo>
                  <a:pt x="60237" y="124961"/>
                  <a:pt x="64724" y="120474"/>
                  <a:pt x="70277" y="120474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2" name="Text 20"/>
          <p:cNvSpPr/>
          <p:nvPr/>
        </p:nvSpPr>
        <p:spPr>
          <a:xfrm>
            <a:off x="666625" y="2859257"/>
            <a:ext cx="5871115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Prompts Listos para Copiar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1897" y="3180522"/>
            <a:ext cx="5975526" cy="578277"/>
          </a:xfrm>
          <a:custGeom>
            <a:avLst/>
            <a:gdLst/>
            <a:ahLst/>
            <a:cxnLst/>
            <a:rect l="l" t="t" r="r" b="b"/>
            <a:pathLst>
              <a:path w="5975526" h="578277">
                <a:moveTo>
                  <a:pt x="32126" y="0"/>
                </a:moveTo>
                <a:lnTo>
                  <a:pt x="5911273" y="0"/>
                </a:lnTo>
                <a:cubicBezTo>
                  <a:pt x="5946759" y="0"/>
                  <a:pt x="5975526" y="28767"/>
                  <a:pt x="5975526" y="64252"/>
                </a:cubicBezTo>
                <a:lnTo>
                  <a:pt x="5975526" y="514024"/>
                </a:lnTo>
                <a:cubicBezTo>
                  <a:pt x="5975526" y="549510"/>
                  <a:pt x="5946759" y="578277"/>
                  <a:pt x="5911273" y="578277"/>
                </a:cubicBezTo>
                <a:lnTo>
                  <a:pt x="32126" y="578277"/>
                </a:lnTo>
                <a:cubicBezTo>
                  <a:pt x="14384" y="578277"/>
                  <a:pt x="0" y="563893"/>
                  <a:pt x="0" y="546150"/>
                </a:cubicBez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481897" y="3180522"/>
            <a:ext cx="32126" cy="578277"/>
          </a:xfrm>
          <a:custGeom>
            <a:avLst/>
            <a:gdLst/>
            <a:ahLst/>
            <a:cxnLst/>
            <a:rect l="l" t="t" r="r" b="b"/>
            <a:pathLst>
              <a:path w="32126" h="578277">
                <a:moveTo>
                  <a:pt x="32126" y="0"/>
                </a:moveTo>
                <a:lnTo>
                  <a:pt x="32126" y="0"/>
                </a:lnTo>
                <a:lnTo>
                  <a:pt x="32126" y="578277"/>
                </a:lnTo>
                <a:lnTo>
                  <a:pt x="32126" y="578277"/>
                </a:lnTo>
                <a:cubicBezTo>
                  <a:pt x="14384" y="578277"/>
                  <a:pt x="0" y="563893"/>
                  <a:pt x="0" y="546150"/>
                </a:cubicBez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40" y="3276901"/>
            <a:ext cx="5822925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Hooks para modelo específico: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40" y="3469660"/>
            <a:ext cx="5830957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"Dame 15 hooks para vender un [modelo] con foco en cuota y confianza en [país]"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1897" y="3823051"/>
            <a:ext cx="5975526" cy="578277"/>
          </a:xfrm>
          <a:custGeom>
            <a:avLst/>
            <a:gdLst/>
            <a:ahLst/>
            <a:cxnLst/>
            <a:rect l="l" t="t" r="r" b="b"/>
            <a:pathLst>
              <a:path w="5975526" h="578277">
                <a:moveTo>
                  <a:pt x="32126" y="0"/>
                </a:moveTo>
                <a:lnTo>
                  <a:pt x="5911273" y="0"/>
                </a:lnTo>
                <a:cubicBezTo>
                  <a:pt x="5946759" y="0"/>
                  <a:pt x="5975526" y="28767"/>
                  <a:pt x="5975526" y="64252"/>
                </a:cubicBezTo>
                <a:lnTo>
                  <a:pt x="5975526" y="514024"/>
                </a:lnTo>
                <a:cubicBezTo>
                  <a:pt x="5975526" y="549510"/>
                  <a:pt x="5946759" y="578277"/>
                  <a:pt x="5911273" y="578277"/>
                </a:cubicBezTo>
                <a:lnTo>
                  <a:pt x="32126" y="578277"/>
                </a:lnTo>
                <a:cubicBezTo>
                  <a:pt x="14384" y="578277"/>
                  <a:pt x="0" y="563893"/>
                  <a:pt x="0" y="546150"/>
                </a:cubicBez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481897" y="3823051"/>
            <a:ext cx="32126" cy="578277"/>
          </a:xfrm>
          <a:custGeom>
            <a:avLst/>
            <a:gdLst/>
            <a:ahLst/>
            <a:cxnLst/>
            <a:rect l="l" t="t" r="r" b="b"/>
            <a:pathLst>
              <a:path w="32126" h="578277">
                <a:moveTo>
                  <a:pt x="32126" y="0"/>
                </a:moveTo>
                <a:lnTo>
                  <a:pt x="32126" y="0"/>
                </a:lnTo>
                <a:lnTo>
                  <a:pt x="32126" y="578277"/>
                </a:lnTo>
                <a:lnTo>
                  <a:pt x="32126" y="578277"/>
                </a:lnTo>
                <a:cubicBezTo>
                  <a:pt x="14384" y="578277"/>
                  <a:pt x="0" y="563893"/>
                  <a:pt x="0" y="546150"/>
                </a:cubicBez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40" y="3919431"/>
            <a:ext cx="5822925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Guiones estilo behind-the-scenes: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4340" y="4112190"/>
            <a:ext cx="5830957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"Escribime 5 guiones de 25s estilo BTS para un lote de autos usados"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1897" y="4465581"/>
            <a:ext cx="5975526" cy="578277"/>
          </a:xfrm>
          <a:custGeom>
            <a:avLst/>
            <a:gdLst/>
            <a:ahLst/>
            <a:cxnLst/>
            <a:rect l="l" t="t" r="r" b="b"/>
            <a:pathLst>
              <a:path w="5975526" h="578277">
                <a:moveTo>
                  <a:pt x="32126" y="0"/>
                </a:moveTo>
                <a:lnTo>
                  <a:pt x="5911273" y="0"/>
                </a:lnTo>
                <a:cubicBezTo>
                  <a:pt x="5946759" y="0"/>
                  <a:pt x="5975526" y="28767"/>
                  <a:pt x="5975526" y="64252"/>
                </a:cubicBezTo>
                <a:lnTo>
                  <a:pt x="5975526" y="514024"/>
                </a:lnTo>
                <a:cubicBezTo>
                  <a:pt x="5975526" y="549510"/>
                  <a:pt x="5946759" y="578277"/>
                  <a:pt x="5911273" y="578277"/>
                </a:cubicBezTo>
                <a:lnTo>
                  <a:pt x="32126" y="578277"/>
                </a:lnTo>
                <a:cubicBezTo>
                  <a:pt x="14384" y="578277"/>
                  <a:pt x="0" y="563893"/>
                  <a:pt x="0" y="546150"/>
                </a:cubicBez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481897" y="4465581"/>
            <a:ext cx="32126" cy="578277"/>
          </a:xfrm>
          <a:custGeom>
            <a:avLst/>
            <a:gdLst/>
            <a:ahLst/>
            <a:cxnLst/>
            <a:rect l="l" t="t" r="r" b="b"/>
            <a:pathLst>
              <a:path w="32126" h="578277">
                <a:moveTo>
                  <a:pt x="32126" y="0"/>
                </a:moveTo>
                <a:lnTo>
                  <a:pt x="32126" y="0"/>
                </a:lnTo>
                <a:lnTo>
                  <a:pt x="32126" y="578277"/>
                </a:lnTo>
                <a:lnTo>
                  <a:pt x="32126" y="578277"/>
                </a:lnTo>
                <a:cubicBezTo>
                  <a:pt x="14384" y="578277"/>
                  <a:pt x="0" y="563893"/>
                  <a:pt x="0" y="546150"/>
                </a:cubicBez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40" y="4561960"/>
            <a:ext cx="5822925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Copies para WhatsApp: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4340" y="4754719"/>
            <a:ext cx="5830957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"Generame 10 copies ultra cortos para click a WhatsApp con CTA a cuota y entrega"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1897" y="5108111"/>
            <a:ext cx="5975526" cy="578277"/>
          </a:xfrm>
          <a:custGeom>
            <a:avLst/>
            <a:gdLst/>
            <a:ahLst/>
            <a:cxnLst/>
            <a:rect l="l" t="t" r="r" b="b"/>
            <a:pathLst>
              <a:path w="5975526" h="578277">
                <a:moveTo>
                  <a:pt x="32126" y="0"/>
                </a:moveTo>
                <a:lnTo>
                  <a:pt x="5911273" y="0"/>
                </a:lnTo>
                <a:cubicBezTo>
                  <a:pt x="5946759" y="0"/>
                  <a:pt x="5975526" y="28767"/>
                  <a:pt x="5975526" y="64252"/>
                </a:cubicBezTo>
                <a:lnTo>
                  <a:pt x="5975526" y="514024"/>
                </a:lnTo>
                <a:cubicBezTo>
                  <a:pt x="5975526" y="549510"/>
                  <a:pt x="5946759" y="578277"/>
                  <a:pt x="5911273" y="578277"/>
                </a:cubicBezTo>
                <a:lnTo>
                  <a:pt x="32126" y="578277"/>
                </a:lnTo>
                <a:cubicBezTo>
                  <a:pt x="14384" y="578277"/>
                  <a:pt x="0" y="563893"/>
                  <a:pt x="0" y="546150"/>
                </a:cubicBez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481897" y="5108111"/>
            <a:ext cx="32126" cy="578277"/>
          </a:xfrm>
          <a:custGeom>
            <a:avLst/>
            <a:gdLst/>
            <a:ahLst/>
            <a:cxnLst/>
            <a:rect l="l" t="t" r="r" b="b"/>
            <a:pathLst>
              <a:path w="32126" h="578277">
                <a:moveTo>
                  <a:pt x="32126" y="0"/>
                </a:moveTo>
                <a:lnTo>
                  <a:pt x="32126" y="0"/>
                </a:lnTo>
                <a:lnTo>
                  <a:pt x="32126" y="578277"/>
                </a:lnTo>
                <a:lnTo>
                  <a:pt x="32126" y="578277"/>
                </a:lnTo>
                <a:cubicBezTo>
                  <a:pt x="14384" y="578277"/>
                  <a:pt x="0" y="563893"/>
                  <a:pt x="0" y="546150"/>
                </a:cubicBez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40" y="5204490"/>
            <a:ext cx="5822925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Respuestas a objeciones: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94340" y="5397249"/>
            <a:ext cx="5830957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"Armame respuestas para objeciones: caro, entrega, aprobación, lo pienso"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81897" y="5750640"/>
            <a:ext cx="5975526" cy="578277"/>
          </a:xfrm>
          <a:custGeom>
            <a:avLst/>
            <a:gdLst/>
            <a:ahLst/>
            <a:cxnLst/>
            <a:rect l="l" t="t" r="r" b="b"/>
            <a:pathLst>
              <a:path w="5975526" h="578277">
                <a:moveTo>
                  <a:pt x="32126" y="0"/>
                </a:moveTo>
                <a:lnTo>
                  <a:pt x="5911273" y="0"/>
                </a:lnTo>
                <a:cubicBezTo>
                  <a:pt x="5946759" y="0"/>
                  <a:pt x="5975526" y="28767"/>
                  <a:pt x="5975526" y="64252"/>
                </a:cubicBezTo>
                <a:lnTo>
                  <a:pt x="5975526" y="514024"/>
                </a:lnTo>
                <a:cubicBezTo>
                  <a:pt x="5975526" y="549510"/>
                  <a:pt x="5946759" y="578277"/>
                  <a:pt x="5911273" y="578277"/>
                </a:cubicBezTo>
                <a:lnTo>
                  <a:pt x="32126" y="578277"/>
                </a:lnTo>
                <a:cubicBezTo>
                  <a:pt x="14384" y="578277"/>
                  <a:pt x="0" y="563893"/>
                  <a:pt x="0" y="546150"/>
                </a:cubicBez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0" name="Shape 38"/>
          <p:cNvSpPr/>
          <p:nvPr/>
        </p:nvSpPr>
        <p:spPr>
          <a:xfrm>
            <a:off x="481897" y="5750640"/>
            <a:ext cx="32126" cy="578277"/>
          </a:xfrm>
          <a:custGeom>
            <a:avLst/>
            <a:gdLst/>
            <a:ahLst/>
            <a:cxnLst/>
            <a:rect l="l" t="t" r="r" b="b"/>
            <a:pathLst>
              <a:path w="32126" h="578277">
                <a:moveTo>
                  <a:pt x="32126" y="0"/>
                </a:moveTo>
                <a:lnTo>
                  <a:pt x="32126" y="0"/>
                </a:lnTo>
                <a:lnTo>
                  <a:pt x="32126" y="578277"/>
                </a:lnTo>
                <a:lnTo>
                  <a:pt x="32126" y="578277"/>
                </a:lnTo>
                <a:cubicBezTo>
                  <a:pt x="14384" y="578277"/>
                  <a:pt x="0" y="563893"/>
                  <a:pt x="0" y="546150"/>
                </a:cubicBez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40" y="5847020"/>
            <a:ext cx="5822925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Seguimiento de 7 días: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94340" y="6039779"/>
            <a:ext cx="5830957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"Armame seguimiento de 7 días para agendar visita sin insistir pesado"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736271" y="1192696"/>
            <a:ext cx="5132206" cy="2803036"/>
          </a:xfrm>
          <a:custGeom>
            <a:avLst/>
            <a:gdLst/>
            <a:ahLst/>
            <a:cxnLst/>
            <a:rect l="l" t="t" r="r" b="b"/>
            <a:pathLst>
              <a:path w="5132206" h="2803036">
                <a:moveTo>
                  <a:pt x="96368" y="0"/>
                </a:moveTo>
                <a:lnTo>
                  <a:pt x="5035837" y="0"/>
                </a:lnTo>
                <a:cubicBezTo>
                  <a:pt x="5089060" y="0"/>
                  <a:pt x="5132206" y="43146"/>
                  <a:pt x="5132206" y="96368"/>
                </a:cubicBezTo>
                <a:lnTo>
                  <a:pt x="5132206" y="2706667"/>
                </a:lnTo>
                <a:cubicBezTo>
                  <a:pt x="5132206" y="2759890"/>
                  <a:pt x="5089060" y="2803036"/>
                  <a:pt x="5035837" y="2803036"/>
                </a:cubicBezTo>
                <a:lnTo>
                  <a:pt x="96368" y="2803036"/>
                </a:lnTo>
                <a:cubicBezTo>
                  <a:pt x="43146" y="2803036"/>
                  <a:pt x="0" y="2759890"/>
                  <a:pt x="0" y="2706667"/>
                </a:cubicBezTo>
                <a:lnTo>
                  <a:pt x="0" y="96368"/>
                </a:lnTo>
                <a:cubicBezTo>
                  <a:pt x="0" y="43181"/>
                  <a:pt x="43181" y="0"/>
                  <a:pt x="9636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88872" y="1357344"/>
            <a:ext cx="160632" cy="160632"/>
          </a:xfrm>
          <a:custGeom>
            <a:avLst/>
            <a:gdLst/>
            <a:ahLst/>
            <a:cxnLst/>
            <a:rect l="l" t="t" r="r" b="b"/>
            <a:pathLst>
              <a:path w="160632" h="160632">
                <a:moveTo>
                  <a:pt x="125023" y="3828"/>
                </a:moveTo>
                <a:lnTo>
                  <a:pt x="97352" y="31499"/>
                </a:lnTo>
                <a:lnTo>
                  <a:pt x="129133" y="63280"/>
                </a:lnTo>
                <a:lnTo>
                  <a:pt x="156805" y="35609"/>
                </a:lnTo>
                <a:cubicBezTo>
                  <a:pt x="159252" y="33130"/>
                  <a:pt x="160632" y="29805"/>
                  <a:pt x="160632" y="26354"/>
                </a:cubicBezTo>
                <a:cubicBezTo>
                  <a:pt x="160632" y="22903"/>
                  <a:pt x="159252" y="19577"/>
                  <a:pt x="156805" y="17099"/>
                </a:cubicBezTo>
                <a:lnTo>
                  <a:pt x="143534" y="3828"/>
                </a:lnTo>
                <a:cubicBezTo>
                  <a:pt x="141055" y="1380"/>
                  <a:pt x="137730" y="0"/>
                  <a:pt x="134279" y="0"/>
                </a:cubicBezTo>
                <a:cubicBezTo>
                  <a:pt x="130828" y="0"/>
                  <a:pt x="127502" y="1380"/>
                  <a:pt x="125023" y="3828"/>
                </a:cubicBezTo>
                <a:close/>
                <a:moveTo>
                  <a:pt x="86716" y="42135"/>
                </a:moveTo>
                <a:lnTo>
                  <a:pt x="3828" y="125023"/>
                </a:lnTo>
                <a:cubicBezTo>
                  <a:pt x="1380" y="127502"/>
                  <a:pt x="0" y="130828"/>
                  <a:pt x="0" y="134279"/>
                </a:cubicBezTo>
                <a:cubicBezTo>
                  <a:pt x="0" y="137730"/>
                  <a:pt x="1380" y="141055"/>
                  <a:pt x="3828" y="143534"/>
                </a:cubicBezTo>
                <a:lnTo>
                  <a:pt x="17099" y="156805"/>
                </a:lnTo>
                <a:cubicBezTo>
                  <a:pt x="19577" y="159252"/>
                  <a:pt x="22903" y="160632"/>
                  <a:pt x="26354" y="160632"/>
                </a:cubicBezTo>
                <a:cubicBezTo>
                  <a:pt x="29805" y="160632"/>
                  <a:pt x="33130" y="159252"/>
                  <a:pt x="35609" y="156805"/>
                </a:cubicBezTo>
                <a:lnTo>
                  <a:pt x="118498" y="73916"/>
                </a:lnTo>
                <a:lnTo>
                  <a:pt x="86716" y="42135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45" name="Text 43"/>
          <p:cNvSpPr/>
          <p:nvPr/>
        </p:nvSpPr>
        <p:spPr>
          <a:xfrm>
            <a:off x="7069583" y="1325217"/>
            <a:ext cx="4746688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Producción Rápida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868792" y="1646482"/>
            <a:ext cx="4867162" cy="674656"/>
          </a:xfrm>
          <a:custGeom>
            <a:avLst/>
            <a:gdLst/>
            <a:ahLst/>
            <a:cxnLst/>
            <a:rect l="l" t="t" r="r" b="b"/>
            <a:pathLst>
              <a:path w="4867162" h="674656">
                <a:moveTo>
                  <a:pt x="64254" y="0"/>
                </a:moveTo>
                <a:lnTo>
                  <a:pt x="4802908" y="0"/>
                </a:lnTo>
                <a:cubicBezTo>
                  <a:pt x="4838394" y="0"/>
                  <a:pt x="4867162" y="28768"/>
                  <a:pt x="4867162" y="64254"/>
                </a:cubicBezTo>
                <a:lnTo>
                  <a:pt x="4867162" y="610402"/>
                </a:lnTo>
                <a:cubicBezTo>
                  <a:pt x="4867162" y="645889"/>
                  <a:pt x="4838394" y="674656"/>
                  <a:pt x="4802908" y="674656"/>
                </a:cubicBezTo>
                <a:lnTo>
                  <a:pt x="64254" y="674656"/>
                </a:lnTo>
                <a:cubicBezTo>
                  <a:pt x="28768" y="674656"/>
                  <a:pt x="0" y="645889"/>
                  <a:pt x="0" y="610402"/>
                </a:cubicBezTo>
                <a:lnTo>
                  <a:pt x="0" y="64254"/>
                </a:lnTo>
                <a:cubicBezTo>
                  <a:pt x="0" y="28791"/>
                  <a:pt x="28791" y="0"/>
                  <a:pt x="64254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85251" y="1774988"/>
            <a:ext cx="160632" cy="160632"/>
          </a:xfrm>
          <a:custGeom>
            <a:avLst/>
            <a:gdLst/>
            <a:ahLst/>
            <a:cxnLst/>
            <a:rect l="l" t="t" r="r" b="b"/>
            <a:pathLst>
              <a:path w="160632" h="160632">
                <a:moveTo>
                  <a:pt x="0" y="40158"/>
                </a:moveTo>
                <a:cubicBezTo>
                  <a:pt x="0" y="29083"/>
                  <a:pt x="9004" y="20079"/>
                  <a:pt x="20079" y="20079"/>
                </a:cubicBezTo>
                <a:lnTo>
                  <a:pt x="140553" y="20079"/>
                </a:lnTo>
                <a:cubicBezTo>
                  <a:pt x="151628" y="20079"/>
                  <a:pt x="160632" y="29083"/>
                  <a:pt x="160632" y="40158"/>
                </a:cubicBezTo>
                <a:lnTo>
                  <a:pt x="160632" y="120474"/>
                </a:lnTo>
                <a:cubicBezTo>
                  <a:pt x="160632" y="131549"/>
                  <a:pt x="151628" y="140553"/>
                  <a:pt x="140553" y="140553"/>
                </a:cubicBezTo>
                <a:lnTo>
                  <a:pt x="20079" y="140553"/>
                </a:lnTo>
                <a:cubicBezTo>
                  <a:pt x="9004" y="140553"/>
                  <a:pt x="0" y="131549"/>
                  <a:pt x="0" y="120474"/>
                </a:cubicBezTo>
                <a:lnTo>
                  <a:pt x="0" y="40158"/>
                </a:lnTo>
                <a:close/>
                <a:moveTo>
                  <a:pt x="47688" y="65257"/>
                </a:moveTo>
                <a:lnTo>
                  <a:pt x="57727" y="65257"/>
                </a:lnTo>
                <a:cubicBezTo>
                  <a:pt x="59108" y="65257"/>
                  <a:pt x="60237" y="66386"/>
                  <a:pt x="60237" y="67767"/>
                </a:cubicBezTo>
                <a:cubicBezTo>
                  <a:pt x="60237" y="71939"/>
                  <a:pt x="63594" y="75296"/>
                  <a:pt x="67767" y="75296"/>
                </a:cubicBezTo>
                <a:cubicBezTo>
                  <a:pt x="71939" y="75296"/>
                  <a:pt x="75296" y="71939"/>
                  <a:pt x="75296" y="67767"/>
                </a:cubicBezTo>
                <a:cubicBezTo>
                  <a:pt x="75296" y="58072"/>
                  <a:pt x="67422" y="50198"/>
                  <a:pt x="57727" y="50198"/>
                </a:cubicBezTo>
                <a:lnTo>
                  <a:pt x="47688" y="50198"/>
                </a:lnTo>
                <a:cubicBezTo>
                  <a:pt x="37993" y="50198"/>
                  <a:pt x="30119" y="58072"/>
                  <a:pt x="30119" y="67767"/>
                </a:cubicBezTo>
                <a:lnTo>
                  <a:pt x="30119" y="92866"/>
                </a:lnTo>
                <a:cubicBezTo>
                  <a:pt x="30119" y="102560"/>
                  <a:pt x="37993" y="110435"/>
                  <a:pt x="47688" y="110435"/>
                </a:cubicBezTo>
                <a:lnTo>
                  <a:pt x="57727" y="110435"/>
                </a:lnTo>
                <a:cubicBezTo>
                  <a:pt x="67422" y="110435"/>
                  <a:pt x="75296" y="102560"/>
                  <a:pt x="75296" y="92866"/>
                </a:cubicBezTo>
                <a:cubicBezTo>
                  <a:pt x="75296" y="88693"/>
                  <a:pt x="71939" y="85336"/>
                  <a:pt x="67767" y="85336"/>
                </a:cubicBezTo>
                <a:cubicBezTo>
                  <a:pt x="63594" y="85336"/>
                  <a:pt x="60237" y="88693"/>
                  <a:pt x="60237" y="92866"/>
                </a:cubicBezTo>
                <a:cubicBezTo>
                  <a:pt x="60237" y="94246"/>
                  <a:pt x="59108" y="95375"/>
                  <a:pt x="57727" y="95375"/>
                </a:cubicBezTo>
                <a:lnTo>
                  <a:pt x="47688" y="95375"/>
                </a:lnTo>
                <a:cubicBezTo>
                  <a:pt x="46307" y="95375"/>
                  <a:pt x="45178" y="94246"/>
                  <a:pt x="45178" y="92866"/>
                </a:cubicBezTo>
                <a:lnTo>
                  <a:pt x="45178" y="67767"/>
                </a:lnTo>
                <a:cubicBezTo>
                  <a:pt x="45178" y="66386"/>
                  <a:pt x="46307" y="65257"/>
                  <a:pt x="47688" y="65257"/>
                </a:cubicBezTo>
                <a:close/>
                <a:moveTo>
                  <a:pt x="100395" y="67767"/>
                </a:moveTo>
                <a:cubicBezTo>
                  <a:pt x="100395" y="66386"/>
                  <a:pt x="101525" y="65257"/>
                  <a:pt x="102905" y="65257"/>
                </a:cubicBezTo>
                <a:lnTo>
                  <a:pt x="112945" y="65257"/>
                </a:lnTo>
                <a:cubicBezTo>
                  <a:pt x="114325" y="65257"/>
                  <a:pt x="115455" y="66386"/>
                  <a:pt x="115455" y="67767"/>
                </a:cubicBezTo>
                <a:cubicBezTo>
                  <a:pt x="115455" y="71939"/>
                  <a:pt x="118812" y="75296"/>
                  <a:pt x="122984" y="75296"/>
                </a:cubicBezTo>
                <a:cubicBezTo>
                  <a:pt x="127157" y="75296"/>
                  <a:pt x="130514" y="71939"/>
                  <a:pt x="130514" y="67767"/>
                </a:cubicBezTo>
                <a:cubicBezTo>
                  <a:pt x="130514" y="58072"/>
                  <a:pt x="122639" y="50198"/>
                  <a:pt x="112945" y="50198"/>
                </a:cubicBezTo>
                <a:lnTo>
                  <a:pt x="102905" y="50198"/>
                </a:lnTo>
                <a:cubicBezTo>
                  <a:pt x="93211" y="50198"/>
                  <a:pt x="85336" y="58072"/>
                  <a:pt x="85336" y="67767"/>
                </a:cubicBezTo>
                <a:lnTo>
                  <a:pt x="85336" y="92866"/>
                </a:lnTo>
                <a:cubicBezTo>
                  <a:pt x="85336" y="102560"/>
                  <a:pt x="93211" y="110435"/>
                  <a:pt x="102905" y="110435"/>
                </a:cubicBezTo>
                <a:lnTo>
                  <a:pt x="112945" y="110435"/>
                </a:lnTo>
                <a:cubicBezTo>
                  <a:pt x="122639" y="110435"/>
                  <a:pt x="130514" y="102560"/>
                  <a:pt x="130514" y="92866"/>
                </a:cubicBezTo>
                <a:cubicBezTo>
                  <a:pt x="130514" y="88693"/>
                  <a:pt x="127157" y="85336"/>
                  <a:pt x="122984" y="85336"/>
                </a:cubicBezTo>
                <a:cubicBezTo>
                  <a:pt x="118812" y="85336"/>
                  <a:pt x="115455" y="88693"/>
                  <a:pt x="115455" y="92866"/>
                </a:cubicBezTo>
                <a:cubicBezTo>
                  <a:pt x="115455" y="94246"/>
                  <a:pt x="114325" y="95375"/>
                  <a:pt x="112945" y="95375"/>
                </a:cubicBezTo>
                <a:lnTo>
                  <a:pt x="102905" y="95375"/>
                </a:lnTo>
                <a:cubicBezTo>
                  <a:pt x="101525" y="95375"/>
                  <a:pt x="100395" y="94246"/>
                  <a:pt x="100395" y="92866"/>
                </a:cubicBezTo>
                <a:lnTo>
                  <a:pt x="100395" y="67767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48" name="Text 46"/>
          <p:cNvSpPr/>
          <p:nvPr/>
        </p:nvSpPr>
        <p:spPr>
          <a:xfrm>
            <a:off x="7262342" y="1742862"/>
            <a:ext cx="1268996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Subtítulos Automáticos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65172" y="2032000"/>
            <a:ext cx="4738656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CapCut genera subtítulos automáticos con 95% de precisión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868792" y="2417518"/>
            <a:ext cx="4867162" cy="674656"/>
          </a:xfrm>
          <a:custGeom>
            <a:avLst/>
            <a:gdLst/>
            <a:ahLst/>
            <a:cxnLst/>
            <a:rect l="l" t="t" r="r" b="b"/>
            <a:pathLst>
              <a:path w="4867162" h="674656">
                <a:moveTo>
                  <a:pt x="64254" y="0"/>
                </a:moveTo>
                <a:lnTo>
                  <a:pt x="4802908" y="0"/>
                </a:lnTo>
                <a:cubicBezTo>
                  <a:pt x="4838394" y="0"/>
                  <a:pt x="4867162" y="28768"/>
                  <a:pt x="4867162" y="64254"/>
                </a:cubicBezTo>
                <a:lnTo>
                  <a:pt x="4867162" y="610402"/>
                </a:lnTo>
                <a:cubicBezTo>
                  <a:pt x="4867162" y="645889"/>
                  <a:pt x="4838394" y="674656"/>
                  <a:pt x="4802908" y="674656"/>
                </a:cubicBezTo>
                <a:lnTo>
                  <a:pt x="64254" y="674656"/>
                </a:lnTo>
                <a:cubicBezTo>
                  <a:pt x="28768" y="674656"/>
                  <a:pt x="0" y="645889"/>
                  <a:pt x="0" y="610402"/>
                </a:cubicBezTo>
                <a:lnTo>
                  <a:pt x="0" y="64254"/>
                </a:lnTo>
                <a:cubicBezTo>
                  <a:pt x="0" y="28791"/>
                  <a:pt x="28791" y="0"/>
                  <a:pt x="64254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985251" y="2546024"/>
            <a:ext cx="160632" cy="160632"/>
          </a:xfrm>
          <a:custGeom>
            <a:avLst/>
            <a:gdLst/>
            <a:ahLst/>
            <a:cxnLst/>
            <a:rect l="l" t="t" r="r" b="b"/>
            <a:pathLst>
              <a:path w="160632" h="160632">
                <a:moveTo>
                  <a:pt x="60237" y="80316"/>
                </a:moveTo>
                <a:lnTo>
                  <a:pt x="47845" y="92709"/>
                </a:lnTo>
                <a:cubicBezTo>
                  <a:pt x="43892" y="91171"/>
                  <a:pt x="39625" y="90356"/>
                  <a:pt x="35138" y="90356"/>
                </a:cubicBezTo>
                <a:cubicBezTo>
                  <a:pt x="15718" y="90356"/>
                  <a:pt x="0" y="106074"/>
                  <a:pt x="0" y="125494"/>
                </a:cubicBezTo>
                <a:cubicBezTo>
                  <a:pt x="0" y="144914"/>
                  <a:pt x="15718" y="160632"/>
                  <a:pt x="35138" y="160632"/>
                </a:cubicBezTo>
                <a:cubicBezTo>
                  <a:pt x="54559" y="160632"/>
                  <a:pt x="70277" y="144914"/>
                  <a:pt x="70277" y="125494"/>
                </a:cubicBezTo>
                <a:cubicBezTo>
                  <a:pt x="70277" y="121008"/>
                  <a:pt x="69430" y="116741"/>
                  <a:pt x="67924" y="112788"/>
                </a:cubicBezTo>
                <a:lnTo>
                  <a:pt x="156617" y="24095"/>
                </a:lnTo>
                <a:cubicBezTo>
                  <a:pt x="158844" y="21867"/>
                  <a:pt x="158844" y="18291"/>
                  <a:pt x="156617" y="16063"/>
                </a:cubicBezTo>
                <a:cubicBezTo>
                  <a:pt x="147738" y="7185"/>
                  <a:pt x="133369" y="7185"/>
                  <a:pt x="124490" y="16063"/>
                </a:cubicBezTo>
                <a:lnTo>
                  <a:pt x="80316" y="60237"/>
                </a:lnTo>
                <a:lnTo>
                  <a:pt x="67924" y="47845"/>
                </a:lnTo>
                <a:cubicBezTo>
                  <a:pt x="69461" y="43892"/>
                  <a:pt x="70277" y="39625"/>
                  <a:pt x="70277" y="35138"/>
                </a:cubicBezTo>
                <a:cubicBezTo>
                  <a:pt x="70277" y="15718"/>
                  <a:pt x="54559" y="0"/>
                  <a:pt x="35138" y="0"/>
                </a:cubicBezTo>
                <a:cubicBezTo>
                  <a:pt x="15718" y="0"/>
                  <a:pt x="0" y="15718"/>
                  <a:pt x="0" y="35138"/>
                </a:cubicBezTo>
                <a:cubicBezTo>
                  <a:pt x="0" y="54559"/>
                  <a:pt x="15718" y="70277"/>
                  <a:pt x="35138" y="70277"/>
                </a:cubicBezTo>
                <a:cubicBezTo>
                  <a:pt x="39625" y="70277"/>
                  <a:pt x="43892" y="69430"/>
                  <a:pt x="47845" y="67924"/>
                </a:cubicBezTo>
                <a:lnTo>
                  <a:pt x="60237" y="80316"/>
                </a:lnTo>
                <a:close/>
                <a:moveTo>
                  <a:pt x="90952" y="111031"/>
                </a:moveTo>
                <a:lnTo>
                  <a:pt x="124490" y="144569"/>
                </a:lnTo>
                <a:cubicBezTo>
                  <a:pt x="133369" y="153448"/>
                  <a:pt x="147738" y="153448"/>
                  <a:pt x="156617" y="144569"/>
                </a:cubicBezTo>
                <a:cubicBezTo>
                  <a:pt x="158844" y="142342"/>
                  <a:pt x="158844" y="138765"/>
                  <a:pt x="156617" y="136538"/>
                </a:cubicBezTo>
                <a:lnTo>
                  <a:pt x="111031" y="90952"/>
                </a:lnTo>
                <a:lnTo>
                  <a:pt x="90952" y="111031"/>
                </a:lnTo>
                <a:close/>
                <a:moveTo>
                  <a:pt x="20079" y="35138"/>
                </a:moveTo>
                <a:cubicBezTo>
                  <a:pt x="20079" y="26827"/>
                  <a:pt x="26827" y="20079"/>
                  <a:pt x="35138" y="20079"/>
                </a:cubicBezTo>
                <a:cubicBezTo>
                  <a:pt x="43450" y="20079"/>
                  <a:pt x="50198" y="26827"/>
                  <a:pt x="50198" y="35138"/>
                </a:cubicBezTo>
                <a:cubicBezTo>
                  <a:pt x="50198" y="43450"/>
                  <a:pt x="43450" y="50198"/>
                  <a:pt x="35138" y="50198"/>
                </a:cubicBezTo>
                <a:cubicBezTo>
                  <a:pt x="26827" y="50198"/>
                  <a:pt x="20079" y="43450"/>
                  <a:pt x="20079" y="35138"/>
                </a:cubicBezTo>
                <a:close/>
                <a:moveTo>
                  <a:pt x="35138" y="110435"/>
                </a:moveTo>
                <a:cubicBezTo>
                  <a:pt x="43450" y="110435"/>
                  <a:pt x="50198" y="117183"/>
                  <a:pt x="50198" y="125494"/>
                </a:cubicBezTo>
                <a:cubicBezTo>
                  <a:pt x="50198" y="133806"/>
                  <a:pt x="43450" y="140553"/>
                  <a:pt x="35138" y="140553"/>
                </a:cubicBezTo>
                <a:cubicBezTo>
                  <a:pt x="26827" y="140553"/>
                  <a:pt x="20079" y="133806"/>
                  <a:pt x="20079" y="125494"/>
                </a:cubicBezTo>
                <a:cubicBezTo>
                  <a:pt x="20079" y="117183"/>
                  <a:pt x="26827" y="110435"/>
                  <a:pt x="35138" y="110435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52" name="Text 50"/>
          <p:cNvSpPr/>
          <p:nvPr/>
        </p:nvSpPr>
        <p:spPr>
          <a:xfrm>
            <a:off x="7262342" y="2513897"/>
            <a:ext cx="1285059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Recortes para Volumen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65172" y="2803036"/>
            <a:ext cx="4738656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 video de 30s → 3 videos de 10s con diferentes hooks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868792" y="3188553"/>
            <a:ext cx="4867162" cy="674656"/>
          </a:xfrm>
          <a:custGeom>
            <a:avLst/>
            <a:gdLst/>
            <a:ahLst/>
            <a:cxnLst/>
            <a:rect l="l" t="t" r="r" b="b"/>
            <a:pathLst>
              <a:path w="4867162" h="674656">
                <a:moveTo>
                  <a:pt x="64254" y="0"/>
                </a:moveTo>
                <a:lnTo>
                  <a:pt x="4802908" y="0"/>
                </a:lnTo>
                <a:cubicBezTo>
                  <a:pt x="4838394" y="0"/>
                  <a:pt x="4867162" y="28768"/>
                  <a:pt x="4867162" y="64254"/>
                </a:cubicBezTo>
                <a:lnTo>
                  <a:pt x="4867162" y="610402"/>
                </a:lnTo>
                <a:cubicBezTo>
                  <a:pt x="4867162" y="645889"/>
                  <a:pt x="4838394" y="674656"/>
                  <a:pt x="4802908" y="674656"/>
                </a:cubicBezTo>
                <a:lnTo>
                  <a:pt x="64254" y="674656"/>
                </a:lnTo>
                <a:cubicBezTo>
                  <a:pt x="28768" y="674656"/>
                  <a:pt x="0" y="645889"/>
                  <a:pt x="0" y="610402"/>
                </a:cubicBezTo>
                <a:lnTo>
                  <a:pt x="0" y="64254"/>
                </a:lnTo>
                <a:cubicBezTo>
                  <a:pt x="0" y="28791"/>
                  <a:pt x="28791" y="0"/>
                  <a:pt x="64254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85251" y="3317059"/>
            <a:ext cx="160632" cy="160632"/>
          </a:xfrm>
          <a:custGeom>
            <a:avLst/>
            <a:gdLst/>
            <a:ahLst/>
            <a:cxnLst/>
            <a:rect l="l" t="t" r="r" b="b"/>
            <a:pathLst>
              <a:path w="160632" h="160632">
                <a:moveTo>
                  <a:pt x="146828" y="2196"/>
                </a:moveTo>
                <a:cubicBezTo>
                  <a:pt x="149212" y="4110"/>
                  <a:pt x="150593" y="6996"/>
                  <a:pt x="150593" y="10040"/>
                </a:cubicBezTo>
                <a:lnTo>
                  <a:pt x="150593" y="105415"/>
                </a:lnTo>
                <a:cubicBezTo>
                  <a:pt x="150593" y="119282"/>
                  <a:pt x="137102" y="130514"/>
                  <a:pt x="120474" y="130514"/>
                </a:cubicBezTo>
                <a:cubicBezTo>
                  <a:pt x="103846" y="130514"/>
                  <a:pt x="90356" y="119282"/>
                  <a:pt x="90356" y="105415"/>
                </a:cubicBezTo>
                <a:cubicBezTo>
                  <a:pt x="90356" y="91548"/>
                  <a:pt x="103846" y="80316"/>
                  <a:pt x="120474" y="80316"/>
                </a:cubicBezTo>
                <a:cubicBezTo>
                  <a:pt x="123988" y="80316"/>
                  <a:pt x="127376" y="80818"/>
                  <a:pt x="130514" y="81759"/>
                </a:cubicBezTo>
                <a:lnTo>
                  <a:pt x="130514" y="45146"/>
                </a:lnTo>
                <a:lnTo>
                  <a:pt x="60237" y="60771"/>
                </a:lnTo>
                <a:lnTo>
                  <a:pt x="60237" y="125494"/>
                </a:lnTo>
                <a:cubicBezTo>
                  <a:pt x="60237" y="139361"/>
                  <a:pt x="46747" y="150593"/>
                  <a:pt x="30119" y="150593"/>
                </a:cubicBezTo>
                <a:cubicBezTo>
                  <a:pt x="13491" y="150593"/>
                  <a:pt x="0" y="139361"/>
                  <a:pt x="0" y="125494"/>
                </a:cubicBezTo>
                <a:cubicBezTo>
                  <a:pt x="0" y="111627"/>
                  <a:pt x="13491" y="100395"/>
                  <a:pt x="30119" y="100395"/>
                </a:cubicBezTo>
                <a:cubicBezTo>
                  <a:pt x="33632" y="100395"/>
                  <a:pt x="37021" y="100897"/>
                  <a:pt x="40158" y="101838"/>
                </a:cubicBezTo>
                <a:lnTo>
                  <a:pt x="40158" y="30119"/>
                </a:lnTo>
                <a:cubicBezTo>
                  <a:pt x="40158" y="25413"/>
                  <a:pt x="43421" y="21334"/>
                  <a:pt x="48033" y="20330"/>
                </a:cubicBezTo>
                <a:lnTo>
                  <a:pt x="138389" y="251"/>
                </a:lnTo>
                <a:cubicBezTo>
                  <a:pt x="141369" y="-408"/>
                  <a:pt x="144475" y="314"/>
                  <a:pt x="146859" y="2228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56" name="Text 54"/>
          <p:cNvSpPr/>
          <p:nvPr/>
        </p:nvSpPr>
        <p:spPr>
          <a:xfrm>
            <a:off x="7262342" y="3284933"/>
            <a:ext cx="939700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Música y Efectos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965172" y="3574071"/>
            <a:ext cx="4738656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Biblioteca gratuita de tendencias actuales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740287" y="4104158"/>
            <a:ext cx="5124174" cy="1879399"/>
          </a:xfrm>
          <a:custGeom>
            <a:avLst/>
            <a:gdLst/>
            <a:ahLst/>
            <a:cxnLst/>
            <a:rect l="l" t="t" r="r" b="b"/>
            <a:pathLst>
              <a:path w="5124174" h="1879399">
                <a:moveTo>
                  <a:pt x="96376" y="0"/>
                </a:moveTo>
                <a:lnTo>
                  <a:pt x="5027798" y="0"/>
                </a:lnTo>
                <a:cubicBezTo>
                  <a:pt x="5081025" y="0"/>
                  <a:pt x="5124174" y="43149"/>
                  <a:pt x="5124174" y="96376"/>
                </a:cubicBezTo>
                <a:lnTo>
                  <a:pt x="5124174" y="1783024"/>
                </a:lnTo>
                <a:cubicBezTo>
                  <a:pt x="5124174" y="1836250"/>
                  <a:pt x="5081025" y="1879399"/>
                  <a:pt x="5027798" y="1879399"/>
                </a:cubicBezTo>
                <a:lnTo>
                  <a:pt x="96376" y="1879399"/>
                </a:lnTo>
                <a:cubicBezTo>
                  <a:pt x="43149" y="1879399"/>
                  <a:pt x="0" y="1836250"/>
                  <a:pt x="0" y="1783024"/>
                </a:cubicBezTo>
                <a:lnTo>
                  <a:pt x="0" y="96376"/>
                </a:lnTo>
                <a:cubicBezTo>
                  <a:pt x="0" y="43149"/>
                  <a:pt x="43149" y="0"/>
                  <a:pt x="96376" y="0"/>
                </a:cubicBezTo>
                <a:close/>
              </a:path>
            </a:pathLst>
          </a:custGeom>
          <a:solidFill>
            <a:srgbClr val="1A1A1A"/>
          </a:solidFill>
          <a:ln w="254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36666" y="4240696"/>
            <a:ext cx="4931415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65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Materiales para la Clase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892887" y="4594087"/>
            <a:ext cx="128506" cy="128506"/>
          </a:xfrm>
          <a:custGeom>
            <a:avLst/>
            <a:gdLst/>
            <a:ahLst/>
            <a:cxnLst/>
            <a:rect l="l" t="t" r="r" b="b"/>
            <a:pathLst>
              <a:path w="128506" h="128506">
                <a:moveTo>
                  <a:pt x="64253" y="128506"/>
                </a:moveTo>
                <a:cubicBezTo>
                  <a:pt x="99715" y="128506"/>
                  <a:pt x="128506" y="99715"/>
                  <a:pt x="128506" y="64253"/>
                </a:cubicBezTo>
                <a:cubicBezTo>
                  <a:pt x="128506" y="28791"/>
                  <a:pt x="99715" y="0"/>
                  <a:pt x="64253" y="0"/>
                </a:cubicBezTo>
                <a:cubicBezTo>
                  <a:pt x="28791" y="0"/>
                  <a:pt x="0" y="28791"/>
                  <a:pt x="0" y="64253"/>
                </a:cubicBezTo>
                <a:cubicBezTo>
                  <a:pt x="0" y="99715"/>
                  <a:pt x="28791" y="128506"/>
                  <a:pt x="64253" y="128506"/>
                </a:cubicBezTo>
                <a:close/>
                <a:moveTo>
                  <a:pt x="85436" y="53385"/>
                </a:moveTo>
                <a:lnTo>
                  <a:pt x="65357" y="85512"/>
                </a:lnTo>
                <a:cubicBezTo>
                  <a:pt x="64303" y="87193"/>
                  <a:pt x="62496" y="88247"/>
                  <a:pt x="60513" y="88348"/>
                </a:cubicBezTo>
                <a:cubicBezTo>
                  <a:pt x="58530" y="88448"/>
                  <a:pt x="56623" y="87545"/>
                  <a:pt x="55443" y="85938"/>
                </a:cubicBezTo>
                <a:lnTo>
                  <a:pt x="43396" y="69875"/>
                </a:lnTo>
                <a:cubicBezTo>
                  <a:pt x="41388" y="67215"/>
                  <a:pt x="41940" y="63450"/>
                  <a:pt x="44601" y="61442"/>
                </a:cubicBezTo>
                <a:cubicBezTo>
                  <a:pt x="47261" y="59434"/>
                  <a:pt x="51026" y="59986"/>
                  <a:pt x="53034" y="62647"/>
                </a:cubicBezTo>
                <a:lnTo>
                  <a:pt x="59810" y="71682"/>
                </a:lnTo>
                <a:lnTo>
                  <a:pt x="75221" y="47010"/>
                </a:lnTo>
                <a:cubicBezTo>
                  <a:pt x="76978" y="44199"/>
                  <a:pt x="80693" y="43321"/>
                  <a:pt x="83529" y="45103"/>
                </a:cubicBezTo>
                <a:cubicBezTo>
                  <a:pt x="86365" y="46885"/>
                  <a:pt x="87218" y="50574"/>
                  <a:pt x="85436" y="5341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61" name="Text 59"/>
          <p:cNvSpPr/>
          <p:nvPr/>
        </p:nvSpPr>
        <p:spPr>
          <a:xfrm>
            <a:off x="7133836" y="4561960"/>
            <a:ext cx="3212648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Lista de 10 autos con precio, entrega, cuota estimada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892887" y="4851099"/>
            <a:ext cx="128506" cy="128506"/>
          </a:xfrm>
          <a:custGeom>
            <a:avLst/>
            <a:gdLst/>
            <a:ahLst/>
            <a:cxnLst/>
            <a:rect l="l" t="t" r="r" b="b"/>
            <a:pathLst>
              <a:path w="128506" h="128506">
                <a:moveTo>
                  <a:pt x="64253" y="128506"/>
                </a:moveTo>
                <a:cubicBezTo>
                  <a:pt x="99715" y="128506"/>
                  <a:pt x="128506" y="99715"/>
                  <a:pt x="128506" y="64253"/>
                </a:cubicBezTo>
                <a:cubicBezTo>
                  <a:pt x="128506" y="28791"/>
                  <a:pt x="99715" y="0"/>
                  <a:pt x="64253" y="0"/>
                </a:cubicBezTo>
                <a:cubicBezTo>
                  <a:pt x="28791" y="0"/>
                  <a:pt x="0" y="28791"/>
                  <a:pt x="0" y="64253"/>
                </a:cubicBezTo>
                <a:cubicBezTo>
                  <a:pt x="0" y="99715"/>
                  <a:pt x="28791" y="128506"/>
                  <a:pt x="64253" y="128506"/>
                </a:cubicBezTo>
                <a:close/>
                <a:moveTo>
                  <a:pt x="85436" y="53385"/>
                </a:moveTo>
                <a:lnTo>
                  <a:pt x="65357" y="85512"/>
                </a:lnTo>
                <a:cubicBezTo>
                  <a:pt x="64303" y="87193"/>
                  <a:pt x="62496" y="88247"/>
                  <a:pt x="60513" y="88348"/>
                </a:cubicBezTo>
                <a:cubicBezTo>
                  <a:pt x="58530" y="88448"/>
                  <a:pt x="56623" y="87545"/>
                  <a:pt x="55443" y="85938"/>
                </a:cubicBezTo>
                <a:lnTo>
                  <a:pt x="43396" y="69875"/>
                </a:lnTo>
                <a:cubicBezTo>
                  <a:pt x="41388" y="67215"/>
                  <a:pt x="41940" y="63450"/>
                  <a:pt x="44601" y="61442"/>
                </a:cubicBezTo>
                <a:cubicBezTo>
                  <a:pt x="47261" y="59434"/>
                  <a:pt x="51026" y="59986"/>
                  <a:pt x="53034" y="62647"/>
                </a:cubicBezTo>
                <a:lnTo>
                  <a:pt x="59810" y="71682"/>
                </a:lnTo>
                <a:lnTo>
                  <a:pt x="75221" y="47010"/>
                </a:lnTo>
                <a:cubicBezTo>
                  <a:pt x="76978" y="44199"/>
                  <a:pt x="80693" y="43321"/>
                  <a:pt x="83529" y="45103"/>
                </a:cubicBezTo>
                <a:cubicBezTo>
                  <a:pt x="86365" y="46885"/>
                  <a:pt x="87218" y="50574"/>
                  <a:pt x="85436" y="5341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63" name="Text 61"/>
          <p:cNvSpPr/>
          <p:nvPr/>
        </p:nvSpPr>
        <p:spPr>
          <a:xfrm>
            <a:off x="7133836" y="4818972"/>
            <a:ext cx="1863336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fotos o videos reales del lote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892887" y="5108111"/>
            <a:ext cx="128506" cy="128506"/>
          </a:xfrm>
          <a:custGeom>
            <a:avLst/>
            <a:gdLst/>
            <a:ahLst/>
            <a:cxnLst/>
            <a:rect l="l" t="t" r="r" b="b"/>
            <a:pathLst>
              <a:path w="128506" h="128506">
                <a:moveTo>
                  <a:pt x="64253" y="128506"/>
                </a:moveTo>
                <a:cubicBezTo>
                  <a:pt x="99715" y="128506"/>
                  <a:pt x="128506" y="99715"/>
                  <a:pt x="128506" y="64253"/>
                </a:cubicBezTo>
                <a:cubicBezTo>
                  <a:pt x="128506" y="28791"/>
                  <a:pt x="99715" y="0"/>
                  <a:pt x="64253" y="0"/>
                </a:cubicBezTo>
                <a:cubicBezTo>
                  <a:pt x="28791" y="0"/>
                  <a:pt x="0" y="28791"/>
                  <a:pt x="0" y="64253"/>
                </a:cubicBezTo>
                <a:cubicBezTo>
                  <a:pt x="0" y="99715"/>
                  <a:pt x="28791" y="128506"/>
                  <a:pt x="64253" y="128506"/>
                </a:cubicBezTo>
                <a:close/>
                <a:moveTo>
                  <a:pt x="85436" y="53385"/>
                </a:moveTo>
                <a:lnTo>
                  <a:pt x="65357" y="85512"/>
                </a:lnTo>
                <a:cubicBezTo>
                  <a:pt x="64303" y="87193"/>
                  <a:pt x="62496" y="88247"/>
                  <a:pt x="60513" y="88348"/>
                </a:cubicBezTo>
                <a:cubicBezTo>
                  <a:pt x="58530" y="88448"/>
                  <a:pt x="56623" y="87545"/>
                  <a:pt x="55443" y="85938"/>
                </a:cubicBezTo>
                <a:lnTo>
                  <a:pt x="43396" y="69875"/>
                </a:lnTo>
                <a:cubicBezTo>
                  <a:pt x="41388" y="67215"/>
                  <a:pt x="41940" y="63450"/>
                  <a:pt x="44601" y="61442"/>
                </a:cubicBezTo>
                <a:cubicBezTo>
                  <a:pt x="47261" y="59434"/>
                  <a:pt x="51026" y="59986"/>
                  <a:pt x="53034" y="62647"/>
                </a:cubicBezTo>
                <a:lnTo>
                  <a:pt x="59810" y="71682"/>
                </a:lnTo>
                <a:lnTo>
                  <a:pt x="75221" y="47010"/>
                </a:lnTo>
                <a:cubicBezTo>
                  <a:pt x="76978" y="44199"/>
                  <a:pt x="80693" y="43321"/>
                  <a:pt x="83529" y="45103"/>
                </a:cubicBezTo>
                <a:cubicBezTo>
                  <a:pt x="86365" y="46885"/>
                  <a:pt x="87218" y="50574"/>
                  <a:pt x="85436" y="5341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65" name="Text 63"/>
          <p:cNvSpPr/>
          <p:nvPr/>
        </p:nvSpPr>
        <p:spPr>
          <a:xfrm>
            <a:off x="7133836" y="5075984"/>
            <a:ext cx="3116269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Condiciones claras de financiación y toma de usado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892887" y="5365123"/>
            <a:ext cx="128506" cy="128506"/>
          </a:xfrm>
          <a:custGeom>
            <a:avLst/>
            <a:gdLst/>
            <a:ahLst/>
            <a:cxnLst/>
            <a:rect l="l" t="t" r="r" b="b"/>
            <a:pathLst>
              <a:path w="128506" h="128506">
                <a:moveTo>
                  <a:pt x="64253" y="128506"/>
                </a:moveTo>
                <a:cubicBezTo>
                  <a:pt x="99715" y="128506"/>
                  <a:pt x="128506" y="99715"/>
                  <a:pt x="128506" y="64253"/>
                </a:cubicBezTo>
                <a:cubicBezTo>
                  <a:pt x="128506" y="28791"/>
                  <a:pt x="99715" y="0"/>
                  <a:pt x="64253" y="0"/>
                </a:cubicBezTo>
                <a:cubicBezTo>
                  <a:pt x="28791" y="0"/>
                  <a:pt x="0" y="28791"/>
                  <a:pt x="0" y="64253"/>
                </a:cubicBezTo>
                <a:cubicBezTo>
                  <a:pt x="0" y="99715"/>
                  <a:pt x="28791" y="128506"/>
                  <a:pt x="64253" y="128506"/>
                </a:cubicBezTo>
                <a:close/>
                <a:moveTo>
                  <a:pt x="85436" y="53385"/>
                </a:moveTo>
                <a:lnTo>
                  <a:pt x="65357" y="85512"/>
                </a:lnTo>
                <a:cubicBezTo>
                  <a:pt x="64303" y="87193"/>
                  <a:pt x="62496" y="88247"/>
                  <a:pt x="60513" y="88348"/>
                </a:cubicBezTo>
                <a:cubicBezTo>
                  <a:pt x="58530" y="88448"/>
                  <a:pt x="56623" y="87545"/>
                  <a:pt x="55443" y="85938"/>
                </a:cubicBezTo>
                <a:lnTo>
                  <a:pt x="43396" y="69875"/>
                </a:lnTo>
                <a:cubicBezTo>
                  <a:pt x="41388" y="67215"/>
                  <a:pt x="41940" y="63450"/>
                  <a:pt x="44601" y="61442"/>
                </a:cubicBezTo>
                <a:cubicBezTo>
                  <a:pt x="47261" y="59434"/>
                  <a:pt x="51026" y="59986"/>
                  <a:pt x="53034" y="62647"/>
                </a:cubicBezTo>
                <a:lnTo>
                  <a:pt x="59810" y="71682"/>
                </a:lnTo>
                <a:lnTo>
                  <a:pt x="75221" y="47010"/>
                </a:lnTo>
                <a:cubicBezTo>
                  <a:pt x="76978" y="44199"/>
                  <a:pt x="80693" y="43321"/>
                  <a:pt x="83529" y="45103"/>
                </a:cubicBezTo>
                <a:cubicBezTo>
                  <a:pt x="86365" y="46885"/>
                  <a:pt x="87218" y="50574"/>
                  <a:pt x="85436" y="5341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67" name="Text 65"/>
          <p:cNvSpPr/>
          <p:nvPr/>
        </p:nvSpPr>
        <p:spPr>
          <a:xfrm>
            <a:off x="7133836" y="5332996"/>
            <a:ext cx="1911526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 testimonios o entregas reales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732255" y="6087968"/>
            <a:ext cx="5140237" cy="449771"/>
          </a:xfrm>
          <a:custGeom>
            <a:avLst/>
            <a:gdLst/>
            <a:ahLst/>
            <a:cxnLst/>
            <a:rect l="l" t="t" r="r" b="b"/>
            <a:pathLst>
              <a:path w="5140237" h="449771">
                <a:moveTo>
                  <a:pt x="96381" y="0"/>
                </a:moveTo>
                <a:lnTo>
                  <a:pt x="5043856" y="0"/>
                </a:lnTo>
                <a:cubicBezTo>
                  <a:pt x="5097086" y="0"/>
                  <a:pt x="5140237" y="43151"/>
                  <a:pt x="5140237" y="96381"/>
                </a:cubicBezTo>
                <a:lnTo>
                  <a:pt x="5140237" y="353389"/>
                </a:lnTo>
                <a:cubicBezTo>
                  <a:pt x="5140237" y="406619"/>
                  <a:pt x="5097086" y="449771"/>
                  <a:pt x="5043856" y="449771"/>
                </a:cubicBezTo>
                <a:lnTo>
                  <a:pt x="96381" y="449771"/>
                </a:lnTo>
                <a:cubicBezTo>
                  <a:pt x="43151" y="449771"/>
                  <a:pt x="0" y="406619"/>
                  <a:pt x="0" y="353389"/>
                </a:cubicBezTo>
                <a:lnTo>
                  <a:pt x="0" y="96381"/>
                </a:lnTo>
                <a:cubicBezTo>
                  <a:pt x="0" y="43151"/>
                  <a:pt x="43151" y="0"/>
                  <a:pt x="96381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30000"/>
                </a:srgbClr>
              </a:gs>
              <a:gs pos="100000">
                <a:srgbClr val="D95B1E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9" name="Shape 67"/>
          <p:cNvSpPr/>
          <p:nvPr/>
        </p:nvSpPr>
        <p:spPr>
          <a:xfrm>
            <a:off x="7463885" y="6256632"/>
            <a:ext cx="96379" cy="128506"/>
          </a:xfrm>
          <a:custGeom>
            <a:avLst/>
            <a:gdLst/>
            <a:ahLst/>
            <a:cxnLst/>
            <a:rect l="l" t="t" r="r" b="b"/>
            <a:pathLst>
              <a:path w="96379" h="128506">
                <a:moveTo>
                  <a:pt x="73514" y="96379"/>
                </a:moveTo>
                <a:cubicBezTo>
                  <a:pt x="75347" y="90782"/>
                  <a:pt x="79011" y="85712"/>
                  <a:pt x="83152" y="81345"/>
                </a:cubicBezTo>
                <a:cubicBezTo>
                  <a:pt x="91360" y="72711"/>
                  <a:pt x="96379" y="61040"/>
                  <a:pt x="96379" y="48190"/>
                </a:cubicBezTo>
                <a:cubicBezTo>
                  <a:pt x="96379" y="21585"/>
                  <a:pt x="74794" y="0"/>
                  <a:pt x="48190" y="0"/>
                </a:cubicBezTo>
                <a:cubicBezTo>
                  <a:pt x="21585" y="0"/>
                  <a:pt x="0" y="21585"/>
                  <a:pt x="0" y="48190"/>
                </a:cubicBezTo>
                <a:cubicBezTo>
                  <a:pt x="0" y="61040"/>
                  <a:pt x="5020" y="72711"/>
                  <a:pt x="13227" y="81345"/>
                </a:cubicBezTo>
                <a:cubicBezTo>
                  <a:pt x="17368" y="85712"/>
                  <a:pt x="21058" y="90782"/>
                  <a:pt x="22865" y="96379"/>
                </a:cubicBezTo>
                <a:lnTo>
                  <a:pt x="73489" y="96379"/>
                </a:lnTo>
                <a:close/>
                <a:moveTo>
                  <a:pt x="72285" y="108427"/>
                </a:moveTo>
                <a:lnTo>
                  <a:pt x="24095" y="108427"/>
                </a:lnTo>
                <a:lnTo>
                  <a:pt x="24095" y="112443"/>
                </a:lnTo>
                <a:cubicBezTo>
                  <a:pt x="24095" y="123536"/>
                  <a:pt x="33080" y="132522"/>
                  <a:pt x="44174" y="132522"/>
                </a:cubicBezTo>
                <a:lnTo>
                  <a:pt x="52206" y="132522"/>
                </a:lnTo>
                <a:cubicBezTo>
                  <a:pt x="63299" y="132522"/>
                  <a:pt x="72285" y="123536"/>
                  <a:pt x="72285" y="112443"/>
                </a:cubicBezTo>
                <a:lnTo>
                  <a:pt x="72285" y="108427"/>
                </a:lnTo>
                <a:close/>
                <a:moveTo>
                  <a:pt x="46182" y="28111"/>
                </a:moveTo>
                <a:cubicBezTo>
                  <a:pt x="36192" y="28111"/>
                  <a:pt x="28111" y="36192"/>
                  <a:pt x="28111" y="46182"/>
                </a:cubicBezTo>
                <a:cubicBezTo>
                  <a:pt x="28111" y="49520"/>
                  <a:pt x="25425" y="52206"/>
                  <a:pt x="22087" y="52206"/>
                </a:cubicBezTo>
                <a:cubicBezTo>
                  <a:pt x="18749" y="52206"/>
                  <a:pt x="16063" y="49520"/>
                  <a:pt x="16063" y="46182"/>
                </a:cubicBezTo>
                <a:cubicBezTo>
                  <a:pt x="16063" y="29541"/>
                  <a:pt x="29541" y="16063"/>
                  <a:pt x="46182" y="16063"/>
                </a:cubicBezTo>
                <a:cubicBezTo>
                  <a:pt x="49520" y="16063"/>
                  <a:pt x="52206" y="18749"/>
                  <a:pt x="52206" y="22087"/>
                </a:cubicBezTo>
                <a:cubicBezTo>
                  <a:pt x="52206" y="25425"/>
                  <a:pt x="49520" y="28111"/>
                  <a:pt x="46182" y="28111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70" name="Text 68"/>
          <p:cNvSpPr/>
          <p:nvPr/>
        </p:nvSpPr>
        <p:spPr>
          <a:xfrm>
            <a:off x="7029901" y="6216474"/>
            <a:ext cx="4746212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no reemplaza al vendedor.</a:t>
            </a:r>
            <a:pPr algn="ctr">
              <a:lnSpc>
                <a:spcPct val="120000"/>
              </a:lnSpc>
            </a:pPr>
            <a:r>
              <a:rPr lang="en-US" sz="1012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Lo hace 10x más eficiente.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DESPUÉS DE LA CLASE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Plan de Implementación: 7 Días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0668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Acción inmediata, resultados medibles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525" y="1419225"/>
            <a:ext cx="1552575" cy="3943350"/>
          </a:xfrm>
          <a:custGeom>
            <a:avLst/>
            <a:gdLst/>
            <a:ahLst/>
            <a:cxnLst/>
            <a:rect l="l" t="t" r="r" b="b"/>
            <a:pathLst>
              <a:path w="1552575" h="3943350">
                <a:moveTo>
                  <a:pt x="114301" y="0"/>
                </a:moveTo>
                <a:lnTo>
                  <a:pt x="1438274" y="0"/>
                </a:lnTo>
                <a:cubicBezTo>
                  <a:pt x="1501401" y="0"/>
                  <a:pt x="1552575" y="51174"/>
                  <a:pt x="1552575" y="114301"/>
                </a:cubicBezTo>
                <a:lnTo>
                  <a:pt x="1552575" y="3829049"/>
                </a:lnTo>
                <a:cubicBezTo>
                  <a:pt x="1552575" y="3892176"/>
                  <a:pt x="1501401" y="3943350"/>
                  <a:pt x="1438274" y="3943350"/>
                </a:cubicBezTo>
                <a:lnTo>
                  <a:pt x="114301" y="3943350"/>
                </a:lnTo>
                <a:cubicBezTo>
                  <a:pt x="51174" y="3943350"/>
                  <a:pt x="0" y="3892176"/>
                  <a:pt x="0" y="382904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30000"/>
                </a:srgbClr>
              </a:gs>
              <a:gs pos="100000">
                <a:srgbClr val="D95B1E">
                  <a:alpha val="10000"/>
                </a:srgbClr>
              </a:gs>
            </a:gsLst>
            <a:lin ang="2700000" scaled="1"/>
          </a:gradFill>
          <a:ln w="25400">
            <a:solidFill>
              <a:srgbClr val="D95B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6129" y="1543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7" name="Text 5"/>
          <p:cNvSpPr/>
          <p:nvPr/>
        </p:nvSpPr>
        <p:spPr>
          <a:xfrm>
            <a:off x="1074837" y="1619250"/>
            <a:ext cx="180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1488" y="207645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Día 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6256" y="33242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0" name="Text 8"/>
          <p:cNvSpPr/>
          <p:nvPr/>
        </p:nvSpPr>
        <p:spPr>
          <a:xfrm>
            <a:off x="828675" y="330517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Grabar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4350" y="3609975"/>
            <a:ext cx="13811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videos siguiendo la fórmula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34183" y="1419225"/>
            <a:ext cx="1552575" cy="3943350"/>
          </a:xfrm>
          <a:custGeom>
            <a:avLst/>
            <a:gdLst/>
            <a:ahLst/>
            <a:cxnLst/>
            <a:rect l="l" t="t" r="r" b="b"/>
            <a:pathLst>
              <a:path w="1552575" h="3943350">
                <a:moveTo>
                  <a:pt x="114301" y="0"/>
                </a:moveTo>
                <a:lnTo>
                  <a:pt x="1438274" y="0"/>
                </a:lnTo>
                <a:cubicBezTo>
                  <a:pt x="1501401" y="0"/>
                  <a:pt x="1552575" y="51174"/>
                  <a:pt x="1552575" y="114301"/>
                </a:cubicBezTo>
                <a:lnTo>
                  <a:pt x="1552575" y="3829049"/>
                </a:lnTo>
                <a:cubicBezTo>
                  <a:pt x="1552575" y="3892176"/>
                  <a:pt x="1501401" y="3943350"/>
                  <a:pt x="1438274" y="3943350"/>
                </a:cubicBezTo>
                <a:lnTo>
                  <a:pt x="114301" y="3943350"/>
                </a:lnTo>
                <a:cubicBezTo>
                  <a:pt x="51174" y="3943350"/>
                  <a:pt x="0" y="3892176"/>
                  <a:pt x="0" y="382904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4A6C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79787" y="1543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Text 12"/>
          <p:cNvSpPr/>
          <p:nvPr/>
        </p:nvSpPr>
        <p:spPr>
          <a:xfrm>
            <a:off x="2703612" y="1619250"/>
            <a:ext cx="209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15145" y="207645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Día 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193727" y="3448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40667"/>
                </a:moveTo>
                <a:lnTo>
                  <a:pt x="95250" y="119063"/>
                </a:lnTo>
                <a:cubicBezTo>
                  <a:pt x="95250" y="125648"/>
                  <a:pt x="89929" y="130969"/>
                  <a:pt x="83344" y="130969"/>
                </a:cubicBezTo>
                <a:cubicBezTo>
                  <a:pt x="76758" y="130969"/>
                  <a:pt x="71438" y="125648"/>
                  <a:pt x="71438" y="119063"/>
                </a:cubicBezTo>
                <a:lnTo>
                  <a:pt x="71438" y="40667"/>
                </a:lnTo>
                <a:lnTo>
                  <a:pt x="56034" y="56071"/>
                </a:lnTo>
                <a:cubicBezTo>
                  <a:pt x="51383" y="60722"/>
                  <a:pt x="43830" y="60722"/>
                  <a:pt x="39179" y="56071"/>
                </a:cubicBezTo>
                <a:cubicBezTo>
                  <a:pt x="34528" y="51420"/>
                  <a:pt x="34528" y="43867"/>
                  <a:pt x="39179" y="39216"/>
                </a:cubicBezTo>
                <a:lnTo>
                  <a:pt x="74898" y="3497"/>
                </a:lnTo>
                <a:cubicBezTo>
                  <a:pt x="79549" y="-1153"/>
                  <a:pt x="87102" y="-1153"/>
                  <a:pt x="91753" y="3497"/>
                </a:cubicBezTo>
                <a:lnTo>
                  <a:pt x="127471" y="39216"/>
                </a:lnTo>
                <a:cubicBezTo>
                  <a:pt x="132122" y="43867"/>
                  <a:pt x="132122" y="51420"/>
                  <a:pt x="127471" y="56071"/>
                </a:cubicBezTo>
                <a:cubicBezTo>
                  <a:pt x="122820" y="60722"/>
                  <a:pt x="115267" y="60722"/>
                  <a:pt x="110617" y="56071"/>
                </a:cubicBezTo>
                <a:lnTo>
                  <a:pt x="95250" y="40667"/>
                </a:lnTo>
                <a:close/>
                <a:moveTo>
                  <a:pt x="83344" y="148828"/>
                </a:moveTo>
                <a:cubicBezTo>
                  <a:pt x="99789" y="148828"/>
                  <a:pt x="113109" y="135508"/>
                  <a:pt x="113109" y="119063"/>
                </a:cubicBezTo>
                <a:lnTo>
                  <a:pt x="142875" y="119063"/>
                </a:lnTo>
                <a:cubicBezTo>
                  <a:pt x="156009" y="119063"/>
                  <a:pt x="166688" y="129741"/>
                  <a:pt x="166688" y="14287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42875"/>
                </a:lnTo>
                <a:cubicBezTo>
                  <a:pt x="0" y="129741"/>
                  <a:pt x="10678" y="119063"/>
                  <a:pt x="23812" y="119063"/>
                </a:cubicBezTo>
                <a:lnTo>
                  <a:pt x="53578" y="119063"/>
                </a:lnTo>
                <a:cubicBezTo>
                  <a:pt x="53578" y="135508"/>
                  <a:pt x="66898" y="148828"/>
                  <a:pt x="83344" y="148828"/>
                </a:cubicBezTo>
                <a:close/>
                <a:moveTo>
                  <a:pt x="136922" y="157758"/>
                </a:moveTo>
                <a:cubicBezTo>
                  <a:pt x="141850" y="157758"/>
                  <a:pt x="145852" y="153757"/>
                  <a:pt x="145852" y="148828"/>
                </a:cubicBezTo>
                <a:cubicBezTo>
                  <a:pt x="145852" y="143900"/>
                  <a:pt x="141850" y="139898"/>
                  <a:pt x="136922" y="139898"/>
                </a:cubicBezTo>
                <a:cubicBezTo>
                  <a:pt x="131993" y="139898"/>
                  <a:pt x="127992" y="143900"/>
                  <a:pt x="127992" y="148828"/>
                </a:cubicBezTo>
                <a:cubicBezTo>
                  <a:pt x="127992" y="153757"/>
                  <a:pt x="131993" y="157758"/>
                  <a:pt x="136922" y="157758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7" name="Text 15"/>
          <p:cNvSpPr/>
          <p:nvPr/>
        </p:nvSpPr>
        <p:spPr>
          <a:xfrm>
            <a:off x="2472333" y="3429000"/>
            <a:ext cx="35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Subir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58008" y="3733800"/>
            <a:ext cx="13811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videos orgánicos a redes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77989" y="1419225"/>
            <a:ext cx="1552575" cy="3943350"/>
          </a:xfrm>
          <a:custGeom>
            <a:avLst/>
            <a:gdLst/>
            <a:ahLst/>
            <a:cxnLst/>
            <a:rect l="l" t="t" r="r" b="b"/>
            <a:pathLst>
              <a:path w="1552575" h="3943350">
                <a:moveTo>
                  <a:pt x="114301" y="0"/>
                </a:moveTo>
                <a:lnTo>
                  <a:pt x="1438274" y="0"/>
                </a:lnTo>
                <a:cubicBezTo>
                  <a:pt x="1501401" y="0"/>
                  <a:pt x="1552575" y="51174"/>
                  <a:pt x="1552575" y="114301"/>
                </a:cubicBezTo>
                <a:lnTo>
                  <a:pt x="1552575" y="3829049"/>
                </a:lnTo>
                <a:cubicBezTo>
                  <a:pt x="1552575" y="3892176"/>
                  <a:pt x="1501401" y="3943350"/>
                  <a:pt x="1438274" y="3943350"/>
                </a:cubicBezTo>
                <a:lnTo>
                  <a:pt x="114301" y="3943350"/>
                </a:lnTo>
                <a:cubicBezTo>
                  <a:pt x="51174" y="3943350"/>
                  <a:pt x="0" y="3892176"/>
                  <a:pt x="0" y="382904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>
                  <a:alpha val="30000"/>
                </a:srgbClr>
              </a:gs>
              <a:gs pos="100000">
                <a:srgbClr val="788A9C">
                  <a:alpha val="10000"/>
                </a:srgbClr>
              </a:gs>
            </a:gsLst>
            <a:lin ang="2700000" scaled="1"/>
          </a:gradFill>
          <a:ln w="25400">
            <a:solidFill>
              <a:srgbClr val="788A9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3593" y="1543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1" name="Text 19"/>
          <p:cNvSpPr/>
          <p:nvPr/>
        </p:nvSpPr>
        <p:spPr>
          <a:xfrm>
            <a:off x="4345632" y="1619250"/>
            <a:ext cx="209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58952" y="207645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Día 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25627" y="3324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1599" y="7032"/>
                </a:moveTo>
                <a:cubicBezTo>
                  <a:pt x="175878" y="8930"/>
                  <a:pt x="178594" y="13171"/>
                  <a:pt x="178594" y="17859"/>
                </a:cubicBezTo>
                <a:lnTo>
                  <a:pt x="178594" y="172641"/>
                </a:lnTo>
                <a:cubicBezTo>
                  <a:pt x="178594" y="177329"/>
                  <a:pt x="175878" y="181570"/>
                  <a:pt x="171599" y="183468"/>
                </a:cubicBezTo>
                <a:cubicBezTo>
                  <a:pt x="167320" y="185365"/>
                  <a:pt x="162371" y="184658"/>
                  <a:pt x="158837" y="181570"/>
                </a:cubicBezTo>
                <a:lnTo>
                  <a:pt x="141498" y="166427"/>
                </a:lnTo>
                <a:cubicBezTo>
                  <a:pt x="125276" y="152251"/>
                  <a:pt x="104775" y="143991"/>
                  <a:pt x="83307" y="142987"/>
                </a:cubicBezTo>
                <a:lnTo>
                  <a:pt x="83307" y="178594"/>
                </a:lnTo>
                <a:cubicBezTo>
                  <a:pt x="83307" y="185179"/>
                  <a:pt x="77986" y="190500"/>
                  <a:pt x="71400" y="190500"/>
                </a:cubicBezTo>
                <a:lnTo>
                  <a:pt x="59494" y="190500"/>
                </a:lnTo>
                <a:cubicBezTo>
                  <a:pt x="52908" y="190500"/>
                  <a:pt x="47588" y="185179"/>
                  <a:pt x="47588" y="178594"/>
                </a:cubicBezTo>
                <a:lnTo>
                  <a:pt x="47588" y="142875"/>
                </a:lnTo>
                <a:cubicBezTo>
                  <a:pt x="21320" y="142875"/>
                  <a:pt x="0" y="121555"/>
                  <a:pt x="0" y="95250"/>
                </a:cubicBezTo>
                <a:cubicBezTo>
                  <a:pt x="0" y="68945"/>
                  <a:pt x="21320" y="47625"/>
                  <a:pt x="47625" y="47625"/>
                </a:cubicBezTo>
                <a:lnTo>
                  <a:pt x="79065" y="47625"/>
                </a:lnTo>
                <a:cubicBezTo>
                  <a:pt x="102059" y="47551"/>
                  <a:pt x="124234" y="39179"/>
                  <a:pt x="141536" y="24073"/>
                </a:cubicBezTo>
                <a:lnTo>
                  <a:pt x="158874" y="8930"/>
                </a:lnTo>
                <a:cubicBezTo>
                  <a:pt x="162371" y="5842"/>
                  <a:pt x="167394" y="5135"/>
                  <a:pt x="171636" y="7032"/>
                </a:cubicBezTo>
                <a:close/>
                <a:moveTo>
                  <a:pt x="83344" y="119063"/>
                </a:moveTo>
                <a:lnTo>
                  <a:pt x="83344" y="119137"/>
                </a:lnTo>
                <a:cubicBezTo>
                  <a:pt x="109500" y="120142"/>
                  <a:pt x="134615" y="129741"/>
                  <a:pt x="154781" y="146447"/>
                </a:cubicBezTo>
                <a:lnTo>
                  <a:pt x="154781" y="44016"/>
                </a:lnTo>
                <a:cubicBezTo>
                  <a:pt x="134615" y="60722"/>
                  <a:pt x="109500" y="70321"/>
                  <a:pt x="83344" y="71326"/>
                </a:cubicBezTo>
                <a:lnTo>
                  <a:pt x="83344" y="119063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4" name="Text 22"/>
          <p:cNvSpPr/>
          <p:nvPr/>
        </p:nvSpPr>
        <p:spPr>
          <a:xfrm>
            <a:off x="4116139" y="3305175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Lanzar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01814" y="3609975"/>
            <a:ext cx="13811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Campañas mensajes y lead form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21647" y="1419225"/>
            <a:ext cx="1552575" cy="3943350"/>
          </a:xfrm>
          <a:custGeom>
            <a:avLst/>
            <a:gdLst/>
            <a:ahLst/>
            <a:cxnLst/>
            <a:rect l="l" t="t" r="r" b="b"/>
            <a:pathLst>
              <a:path w="1552575" h="3943350">
                <a:moveTo>
                  <a:pt x="114301" y="0"/>
                </a:moveTo>
                <a:lnTo>
                  <a:pt x="1438274" y="0"/>
                </a:lnTo>
                <a:cubicBezTo>
                  <a:pt x="1501401" y="0"/>
                  <a:pt x="1552575" y="51174"/>
                  <a:pt x="1552575" y="114301"/>
                </a:cubicBezTo>
                <a:lnTo>
                  <a:pt x="1552575" y="3829049"/>
                </a:lnTo>
                <a:cubicBezTo>
                  <a:pt x="1552575" y="3892176"/>
                  <a:pt x="1501401" y="3943350"/>
                  <a:pt x="1438274" y="3943350"/>
                </a:cubicBezTo>
                <a:lnTo>
                  <a:pt x="114301" y="3943350"/>
                </a:lnTo>
                <a:cubicBezTo>
                  <a:pt x="51174" y="3943350"/>
                  <a:pt x="0" y="3892176"/>
                  <a:pt x="0" y="382904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30000"/>
                </a:srgbClr>
              </a:gs>
              <a:gs pos="100000">
                <a:srgbClr val="D95B1E">
                  <a:alpha val="10000"/>
                </a:srgbClr>
              </a:gs>
            </a:gsLst>
            <a:lin ang="2700000" scaled="1"/>
          </a:gradFill>
          <a:ln w="25400">
            <a:solidFill>
              <a:srgbClr val="D95B1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67251" y="1543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8" name="Text 26"/>
          <p:cNvSpPr/>
          <p:nvPr/>
        </p:nvSpPr>
        <p:spPr>
          <a:xfrm>
            <a:off x="5987951" y="1619250"/>
            <a:ext cx="219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02610" y="207645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Día 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69285" y="3448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2483" y="27794"/>
                </a:moveTo>
                <a:lnTo>
                  <a:pt x="166688" y="31775"/>
                </a:lnTo>
                <a:lnTo>
                  <a:pt x="166688" y="11906"/>
                </a:lnTo>
                <a:cubicBezTo>
                  <a:pt x="166688" y="5321"/>
                  <a:pt x="172008" y="0"/>
                  <a:pt x="178594" y="0"/>
                </a:cubicBezTo>
                <a:cubicBezTo>
                  <a:pt x="185179" y="0"/>
                  <a:pt x="190500" y="5321"/>
                  <a:pt x="190500" y="11906"/>
                </a:cubicBezTo>
                <a:lnTo>
                  <a:pt x="190500" y="59531"/>
                </a:lnTo>
                <a:cubicBezTo>
                  <a:pt x="190500" y="66117"/>
                  <a:pt x="185179" y="71438"/>
                  <a:pt x="178594" y="71438"/>
                </a:cubicBezTo>
                <a:lnTo>
                  <a:pt x="130969" y="71438"/>
                </a:lnTo>
                <a:cubicBezTo>
                  <a:pt x="124383" y="71438"/>
                  <a:pt x="119063" y="66117"/>
                  <a:pt x="119063" y="59531"/>
                </a:cubicBezTo>
                <a:cubicBezTo>
                  <a:pt x="119063" y="52946"/>
                  <a:pt x="124383" y="47625"/>
                  <a:pt x="130969" y="47625"/>
                </a:cubicBezTo>
                <a:lnTo>
                  <a:pt x="148791" y="47625"/>
                </a:lnTo>
                <a:lnTo>
                  <a:pt x="145963" y="44946"/>
                </a:lnTo>
                <a:cubicBezTo>
                  <a:pt x="145889" y="44872"/>
                  <a:pt x="145814" y="44797"/>
                  <a:pt x="145740" y="44723"/>
                </a:cubicBezTo>
                <a:cubicBezTo>
                  <a:pt x="117835" y="16818"/>
                  <a:pt x="72628" y="16818"/>
                  <a:pt x="44723" y="44723"/>
                </a:cubicBezTo>
                <a:cubicBezTo>
                  <a:pt x="16818" y="72628"/>
                  <a:pt x="16818" y="117835"/>
                  <a:pt x="44723" y="145740"/>
                </a:cubicBezTo>
                <a:cubicBezTo>
                  <a:pt x="72628" y="173645"/>
                  <a:pt x="117835" y="173645"/>
                  <a:pt x="145740" y="145740"/>
                </a:cubicBezTo>
                <a:cubicBezTo>
                  <a:pt x="148791" y="142689"/>
                  <a:pt x="151507" y="139452"/>
                  <a:pt x="153888" y="136029"/>
                </a:cubicBezTo>
                <a:cubicBezTo>
                  <a:pt x="157646" y="130634"/>
                  <a:pt x="165088" y="129332"/>
                  <a:pt x="170483" y="133090"/>
                </a:cubicBezTo>
                <a:cubicBezTo>
                  <a:pt x="175878" y="136847"/>
                  <a:pt x="177180" y="144289"/>
                  <a:pt x="173422" y="149684"/>
                </a:cubicBezTo>
                <a:cubicBezTo>
                  <a:pt x="170259" y="154223"/>
                  <a:pt x="166650" y="158539"/>
                  <a:pt x="162595" y="162595"/>
                </a:cubicBezTo>
                <a:cubicBezTo>
                  <a:pt x="125388" y="199802"/>
                  <a:pt x="65075" y="199802"/>
                  <a:pt x="27905" y="162595"/>
                </a:cubicBezTo>
                <a:cubicBezTo>
                  <a:pt x="-9265" y="125388"/>
                  <a:pt x="-9302" y="65112"/>
                  <a:pt x="27905" y="27905"/>
                </a:cubicBezTo>
                <a:cubicBezTo>
                  <a:pt x="65075" y="-9265"/>
                  <a:pt x="125276" y="-9302"/>
                  <a:pt x="162483" y="27794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1" name="Text 29"/>
          <p:cNvSpPr/>
          <p:nvPr/>
        </p:nvSpPr>
        <p:spPr>
          <a:xfrm>
            <a:off x="5759797" y="3429000"/>
            <a:ext cx="56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Retarget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5472" y="3733800"/>
            <a:ext cx="13811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Instalar audiencias de retargeting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65454" y="1419225"/>
            <a:ext cx="1552575" cy="3943350"/>
          </a:xfrm>
          <a:custGeom>
            <a:avLst/>
            <a:gdLst/>
            <a:ahLst/>
            <a:cxnLst/>
            <a:rect l="l" t="t" r="r" b="b"/>
            <a:pathLst>
              <a:path w="1552575" h="3943350">
                <a:moveTo>
                  <a:pt x="114301" y="0"/>
                </a:moveTo>
                <a:lnTo>
                  <a:pt x="1438274" y="0"/>
                </a:lnTo>
                <a:cubicBezTo>
                  <a:pt x="1501401" y="0"/>
                  <a:pt x="1552575" y="51174"/>
                  <a:pt x="1552575" y="114301"/>
                </a:cubicBezTo>
                <a:lnTo>
                  <a:pt x="1552575" y="3829049"/>
                </a:lnTo>
                <a:cubicBezTo>
                  <a:pt x="1552575" y="3892176"/>
                  <a:pt x="1501401" y="3943350"/>
                  <a:pt x="1438274" y="3943350"/>
                </a:cubicBezTo>
                <a:lnTo>
                  <a:pt x="114301" y="3943350"/>
                </a:lnTo>
                <a:cubicBezTo>
                  <a:pt x="51174" y="3943350"/>
                  <a:pt x="0" y="3892176"/>
                  <a:pt x="0" y="382904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4A6C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11058" y="1543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5" name="Text 33"/>
          <p:cNvSpPr/>
          <p:nvPr/>
        </p:nvSpPr>
        <p:spPr>
          <a:xfrm>
            <a:off x="7633097" y="1619250"/>
            <a:ext cx="209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46416" y="207645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Día 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13091" y="3448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8" name="Text 36"/>
          <p:cNvSpPr/>
          <p:nvPr/>
        </p:nvSpPr>
        <p:spPr>
          <a:xfrm>
            <a:off x="7403604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Ajustar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9279" y="3733800"/>
            <a:ext cx="13811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Revisar métricas y optimizar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609112" y="1419225"/>
            <a:ext cx="1552575" cy="3943350"/>
          </a:xfrm>
          <a:custGeom>
            <a:avLst/>
            <a:gdLst/>
            <a:ahLst/>
            <a:cxnLst/>
            <a:rect l="l" t="t" r="r" b="b"/>
            <a:pathLst>
              <a:path w="1552575" h="3943350">
                <a:moveTo>
                  <a:pt x="114301" y="0"/>
                </a:moveTo>
                <a:lnTo>
                  <a:pt x="1438274" y="0"/>
                </a:lnTo>
                <a:cubicBezTo>
                  <a:pt x="1501401" y="0"/>
                  <a:pt x="1552575" y="51174"/>
                  <a:pt x="1552575" y="114301"/>
                </a:cubicBezTo>
                <a:lnTo>
                  <a:pt x="1552575" y="3829049"/>
                </a:lnTo>
                <a:cubicBezTo>
                  <a:pt x="1552575" y="3892176"/>
                  <a:pt x="1501401" y="3943350"/>
                  <a:pt x="1438274" y="3943350"/>
                </a:cubicBezTo>
                <a:lnTo>
                  <a:pt x="114301" y="3943350"/>
                </a:lnTo>
                <a:cubicBezTo>
                  <a:pt x="51174" y="3943350"/>
                  <a:pt x="0" y="3892176"/>
                  <a:pt x="0" y="382904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>
                  <a:alpha val="30000"/>
                </a:srgbClr>
              </a:gs>
              <a:gs pos="100000">
                <a:srgbClr val="788A9C">
                  <a:alpha val="10000"/>
                </a:srgbClr>
              </a:gs>
            </a:gsLst>
            <a:lin ang="2700000" scaled="1"/>
          </a:gradFill>
          <a:ln w="25400">
            <a:solidFill>
              <a:srgbClr val="788A9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54716" y="1543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2" name="Text 40"/>
          <p:cNvSpPr/>
          <p:nvPr/>
        </p:nvSpPr>
        <p:spPr>
          <a:xfrm>
            <a:off x="9271843" y="1619250"/>
            <a:ext cx="219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90074" y="207645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Día 6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768655" y="3448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71438" y="0"/>
                </a:moveTo>
                <a:cubicBezTo>
                  <a:pt x="58303" y="0"/>
                  <a:pt x="47625" y="10678"/>
                  <a:pt x="47625" y="23812"/>
                </a:cubicBezTo>
                <a:lnTo>
                  <a:pt x="47625" y="119063"/>
                </a:lnTo>
                <a:cubicBezTo>
                  <a:pt x="47625" y="132197"/>
                  <a:pt x="58303" y="142875"/>
                  <a:pt x="71438" y="142875"/>
                </a:cubicBezTo>
                <a:lnTo>
                  <a:pt x="142875" y="142875"/>
                </a:lnTo>
                <a:cubicBezTo>
                  <a:pt x="156009" y="142875"/>
                  <a:pt x="166688" y="132197"/>
                  <a:pt x="166688" y="119063"/>
                </a:cubicBezTo>
                <a:lnTo>
                  <a:pt x="166688" y="44425"/>
                </a:lnTo>
                <a:cubicBezTo>
                  <a:pt x="166688" y="37951"/>
                  <a:pt x="164046" y="31738"/>
                  <a:pt x="159358" y="27236"/>
                </a:cubicBezTo>
                <a:lnTo>
                  <a:pt x="137889" y="6623"/>
                </a:lnTo>
                <a:cubicBezTo>
                  <a:pt x="133462" y="2381"/>
                  <a:pt x="127546" y="0"/>
                  <a:pt x="121407" y="0"/>
                </a:cubicBezTo>
                <a:lnTo>
                  <a:pt x="71438" y="0"/>
                </a:lnTo>
                <a:close/>
                <a:moveTo>
                  <a:pt x="23812" y="47625"/>
                </a:moveTo>
                <a:cubicBezTo>
                  <a:pt x="10678" y="47625"/>
                  <a:pt x="0" y="58303"/>
                  <a:pt x="0" y="71438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95250" y="190500"/>
                </a:lnTo>
                <a:cubicBezTo>
                  <a:pt x="108384" y="190500"/>
                  <a:pt x="119063" y="179822"/>
                  <a:pt x="119063" y="166688"/>
                </a:cubicBezTo>
                <a:lnTo>
                  <a:pt x="119063" y="160734"/>
                </a:lnTo>
                <a:lnTo>
                  <a:pt x="95250" y="160734"/>
                </a:lnTo>
                <a:lnTo>
                  <a:pt x="95250" y="166688"/>
                </a:lnTo>
                <a:lnTo>
                  <a:pt x="23812" y="166688"/>
                </a:lnTo>
                <a:lnTo>
                  <a:pt x="23812" y="71438"/>
                </a:lnTo>
                <a:lnTo>
                  <a:pt x="29766" y="71438"/>
                </a:lnTo>
                <a:lnTo>
                  <a:pt x="29766" y="4762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5" name="Text 43"/>
          <p:cNvSpPr/>
          <p:nvPr/>
        </p:nvSpPr>
        <p:spPr>
          <a:xfrm>
            <a:off x="9047262" y="3429000"/>
            <a:ext cx="52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Duplicar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732937" y="3733800"/>
            <a:ext cx="13811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2 mejores anuncios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252918" y="1419225"/>
            <a:ext cx="1552575" cy="3943350"/>
          </a:xfrm>
          <a:custGeom>
            <a:avLst/>
            <a:gdLst/>
            <a:ahLst/>
            <a:cxnLst/>
            <a:rect l="l" t="t" r="r" b="b"/>
            <a:pathLst>
              <a:path w="1552575" h="3943350">
                <a:moveTo>
                  <a:pt x="114301" y="0"/>
                </a:moveTo>
                <a:lnTo>
                  <a:pt x="1438274" y="0"/>
                </a:lnTo>
                <a:cubicBezTo>
                  <a:pt x="1501401" y="0"/>
                  <a:pt x="1552575" y="51174"/>
                  <a:pt x="1552575" y="114301"/>
                </a:cubicBezTo>
                <a:lnTo>
                  <a:pt x="1552575" y="3829049"/>
                </a:lnTo>
                <a:cubicBezTo>
                  <a:pt x="1552575" y="3892176"/>
                  <a:pt x="1501401" y="3943350"/>
                  <a:pt x="1438274" y="3943350"/>
                </a:cubicBezTo>
                <a:lnTo>
                  <a:pt x="114301" y="3943350"/>
                </a:lnTo>
                <a:cubicBezTo>
                  <a:pt x="51174" y="3943350"/>
                  <a:pt x="0" y="3892176"/>
                  <a:pt x="0" y="382904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30000"/>
                </a:srgbClr>
              </a:gs>
              <a:gs pos="100000">
                <a:srgbClr val="D95B1E">
                  <a:alpha val="10000"/>
                </a:srgbClr>
              </a:gs>
            </a:gsLst>
            <a:lin ang="2700000" scaled="1"/>
          </a:gradFill>
          <a:ln w="25400">
            <a:solidFill>
              <a:srgbClr val="D95B1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798522" y="1543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49" name="Text 47"/>
          <p:cNvSpPr/>
          <p:nvPr/>
        </p:nvSpPr>
        <p:spPr>
          <a:xfrm>
            <a:off x="10925473" y="1619250"/>
            <a:ext cx="20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7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333881" y="207645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Día 7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424368" y="34480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102840" y="96999"/>
                </a:moveTo>
                <a:cubicBezTo>
                  <a:pt x="105445" y="92832"/>
                  <a:pt x="104180" y="87325"/>
                  <a:pt x="100012" y="84683"/>
                </a:cubicBezTo>
                <a:cubicBezTo>
                  <a:pt x="95845" y="82042"/>
                  <a:pt x="90339" y="83344"/>
                  <a:pt x="87697" y="87511"/>
                </a:cubicBezTo>
                <a:lnTo>
                  <a:pt x="64852" y="124085"/>
                </a:lnTo>
                <a:lnTo>
                  <a:pt x="54806" y="110691"/>
                </a:lnTo>
                <a:cubicBezTo>
                  <a:pt x="51829" y="106747"/>
                  <a:pt x="46248" y="105928"/>
                  <a:pt x="42304" y="108905"/>
                </a:cubicBezTo>
                <a:cubicBezTo>
                  <a:pt x="38360" y="111882"/>
                  <a:pt x="37542" y="117463"/>
                  <a:pt x="40518" y="121407"/>
                </a:cubicBezTo>
                <a:lnTo>
                  <a:pt x="58378" y="145219"/>
                </a:lnTo>
                <a:cubicBezTo>
                  <a:pt x="60127" y="147563"/>
                  <a:pt x="62954" y="148903"/>
                  <a:pt x="65894" y="148791"/>
                </a:cubicBezTo>
                <a:cubicBezTo>
                  <a:pt x="68833" y="148679"/>
                  <a:pt x="71512" y="147117"/>
                  <a:pt x="73075" y="144587"/>
                </a:cubicBezTo>
                <a:lnTo>
                  <a:pt x="102840" y="96962"/>
                </a:ln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52" name="Text 50"/>
          <p:cNvSpPr/>
          <p:nvPr/>
        </p:nvSpPr>
        <p:spPr>
          <a:xfrm>
            <a:off x="10691068" y="342900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Revisar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376743" y="3733800"/>
            <a:ext cx="13811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Pipeline: leads → cita → venta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81000" y="5486400"/>
            <a:ext cx="3705225" cy="990600"/>
          </a:xfrm>
          <a:custGeom>
            <a:avLst/>
            <a:gdLst/>
            <a:ahLst/>
            <a:cxnLst/>
            <a:rect l="l" t="t" r="r" b="b"/>
            <a:pathLst>
              <a:path w="3705225" h="990600">
                <a:moveTo>
                  <a:pt x="76197" y="0"/>
                </a:moveTo>
                <a:lnTo>
                  <a:pt x="3629028" y="0"/>
                </a:lnTo>
                <a:cubicBezTo>
                  <a:pt x="3671110" y="0"/>
                  <a:pt x="3705225" y="34115"/>
                  <a:pt x="3705225" y="76197"/>
                </a:cubicBezTo>
                <a:lnTo>
                  <a:pt x="3705225" y="914403"/>
                </a:lnTo>
                <a:cubicBezTo>
                  <a:pt x="3705225" y="956485"/>
                  <a:pt x="3671110" y="990600"/>
                  <a:pt x="36290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5600700"/>
            <a:ext cx="355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Inversión sugerida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38150" y="5867400"/>
            <a:ext cx="3590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$300-500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61963" y="6172200"/>
            <a:ext cx="354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primeros 7 días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241750" y="5486400"/>
            <a:ext cx="3705225" cy="990600"/>
          </a:xfrm>
          <a:custGeom>
            <a:avLst/>
            <a:gdLst/>
            <a:ahLst/>
            <a:cxnLst/>
            <a:rect l="l" t="t" r="r" b="b"/>
            <a:pathLst>
              <a:path w="3705225" h="990600">
                <a:moveTo>
                  <a:pt x="76197" y="0"/>
                </a:moveTo>
                <a:lnTo>
                  <a:pt x="3629028" y="0"/>
                </a:lnTo>
                <a:cubicBezTo>
                  <a:pt x="3671110" y="0"/>
                  <a:pt x="3705225" y="34115"/>
                  <a:pt x="3705225" y="76197"/>
                </a:cubicBezTo>
                <a:lnTo>
                  <a:pt x="3705225" y="914403"/>
                </a:lnTo>
                <a:cubicBezTo>
                  <a:pt x="3705225" y="956485"/>
                  <a:pt x="3671110" y="990600"/>
                  <a:pt x="36290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317950" y="5600700"/>
            <a:ext cx="355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 de leads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298900" y="5867400"/>
            <a:ext cx="3590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20-40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322713" y="6172200"/>
            <a:ext cx="354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la primera semana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102501" y="5486400"/>
            <a:ext cx="3705225" cy="990600"/>
          </a:xfrm>
          <a:custGeom>
            <a:avLst/>
            <a:gdLst/>
            <a:ahLst/>
            <a:cxnLst/>
            <a:rect l="l" t="t" r="r" b="b"/>
            <a:pathLst>
              <a:path w="3705225" h="990600">
                <a:moveTo>
                  <a:pt x="76197" y="0"/>
                </a:moveTo>
                <a:lnTo>
                  <a:pt x="3629028" y="0"/>
                </a:lnTo>
                <a:cubicBezTo>
                  <a:pt x="3671110" y="0"/>
                  <a:pt x="3705225" y="34115"/>
                  <a:pt x="3705225" y="76197"/>
                </a:cubicBezTo>
                <a:lnTo>
                  <a:pt x="3705225" y="914403"/>
                </a:lnTo>
                <a:cubicBezTo>
                  <a:pt x="3705225" y="956485"/>
                  <a:pt x="3671110" y="990600"/>
                  <a:pt x="36290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178701" y="5600700"/>
            <a:ext cx="355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 de citas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159651" y="5867400"/>
            <a:ext cx="3590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5-12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183463" y="6172200"/>
            <a:ext cx="354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agendadas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77" y="366677"/>
            <a:ext cx="1153198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spc="58" kern="0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CHECKLIST DE ÉXITO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6677" y="623350"/>
            <a:ext cx="11623651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¿Va a Funcionar?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6677" y="1026695"/>
            <a:ext cx="11541149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Verificá estos 6 puntos antes de arrancar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5844" y="1365871"/>
            <a:ext cx="6765185" cy="5481817"/>
          </a:xfrm>
          <a:custGeom>
            <a:avLst/>
            <a:gdLst/>
            <a:ahLst/>
            <a:cxnLst/>
            <a:rect l="l" t="t" r="r" b="b"/>
            <a:pathLst>
              <a:path w="6765185" h="5481817">
                <a:moveTo>
                  <a:pt x="110020" y="0"/>
                </a:moveTo>
                <a:lnTo>
                  <a:pt x="6655165" y="0"/>
                </a:lnTo>
                <a:cubicBezTo>
                  <a:pt x="6715927" y="0"/>
                  <a:pt x="6765185" y="49258"/>
                  <a:pt x="6765185" y="110020"/>
                </a:cubicBezTo>
                <a:lnTo>
                  <a:pt x="6765185" y="5371796"/>
                </a:lnTo>
                <a:cubicBezTo>
                  <a:pt x="6765185" y="5432559"/>
                  <a:pt x="6715927" y="5481817"/>
                  <a:pt x="6655165" y="5481817"/>
                </a:cubicBezTo>
                <a:lnTo>
                  <a:pt x="110020" y="5481817"/>
                </a:lnTo>
                <a:cubicBezTo>
                  <a:pt x="49258" y="5481817"/>
                  <a:pt x="0" y="5432559"/>
                  <a:pt x="0" y="5371796"/>
                </a:cubicBezTo>
                <a:lnTo>
                  <a:pt x="0" y="110020"/>
                </a:lnTo>
                <a:cubicBezTo>
                  <a:pt x="0" y="49298"/>
                  <a:pt x="49298" y="0"/>
                  <a:pt x="110020" y="0"/>
                </a:cubicBezTo>
                <a:close/>
              </a:path>
            </a:pathLst>
          </a:custGeom>
          <a:solidFill>
            <a:srgbClr val="1A1A1A"/>
          </a:solidFill>
          <a:ln w="254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1681" y="1521708"/>
            <a:ext cx="6453510" cy="953359"/>
          </a:xfrm>
          <a:custGeom>
            <a:avLst/>
            <a:gdLst/>
            <a:ahLst/>
            <a:cxnLst/>
            <a:rect l="l" t="t" r="r" b="b"/>
            <a:pathLst>
              <a:path w="6453510" h="953359">
                <a:moveTo>
                  <a:pt x="73332" y="0"/>
                </a:moveTo>
                <a:lnTo>
                  <a:pt x="6380177" y="0"/>
                </a:lnTo>
                <a:cubicBezTo>
                  <a:pt x="6420678" y="0"/>
                  <a:pt x="6453510" y="32832"/>
                  <a:pt x="6453510" y="73332"/>
                </a:cubicBezTo>
                <a:lnTo>
                  <a:pt x="6453510" y="880027"/>
                </a:lnTo>
                <a:cubicBezTo>
                  <a:pt x="6453510" y="920527"/>
                  <a:pt x="6420678" y="953359"/>
                  <a:pt x="6380177" y="953359"/>
                </a:cubicBezTo>
                <a:lnTo>
                  <a:pt x="73332" y="953359"/>
                </a:lnTo>
                <a:cubicBezTo>
                  <a:pt x="32832" y="953359"/>
                  <a:pt x="0" y="920527"/>
                  <a:pt x="0" y="880027"/>
                </a:cubicBezTo>
                <a:lnTo>
                  <a:pt x="0" y="73332"/>
                </a:lnTo>
                <a:cubicBezTo>
                  <a:pt x="0" y="32859"/>
                  <a:pt x="32859" y="0"/>
                  <a:pt x="73332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641684" y="1631711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183338" y="0"/>
                </a:moveTo>
                <a:lnTo>
                  <a:pt x="183338" y="0"/>
                </a:lnTo>
                <a:cubicBezTo>
                  <a:pt x="284526" y="0"/>
                  <a:pt x="366677" y="82151"/>
                  <a:pt x="366677" y="183338"/>
                </a:cubicBezTo>
                <a:lnTo>
                  <a:pt x="366677" y="183338"/>
                </a:lnTo>
                <a:cubicBezTo>
                  <a:pt x="366677" y="284526"/>
                  <a:pt x="284526" y="366677"/>
                  <a:pt x="183338" y="366677"/>
                </a:cubicBezTo>
                <a:lnTo>
                  <a:pt x="183338" y="366677"/>
                </a:lnTo>
                <a:cubicBezTo>
                  <a:pt x="82151" y="366677"/>
                  <a:pt x="0" y="284526"/>
                  <a:pt x="0" y="183338"/>
                </a:cubicBezTo>
                <a:lnTo>
                  <a:pt x="0" y="183338"/>
                </a:lnTo>
                <a:cubicBezTo>
                  <a:pt x="0" y="82151"/>
                  <a:pt x="82151" y="0"/>
                  <a:pt x="183338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8" name="Shape 6"/>
          <p:cNvSpPr/>
          <p:nvPr/>
        </p:nvSpPr>
        <p:spPr>
          <a:xfrm>
            <a:off x="742520" y="1741714"/>
            <a:ext cx="165005" cy="146671"/>
          </a:xfrm>
          <a:custGeom>
            <a:avLst/>
            <a:gdLst/>
            <a:ahLst/>
            <a:cxnLst/>
            <a:rect l="l" t="t" r="r" b="b"/>
            <a:pathLst>
              <a:path w="165005" h="146671">
                <a:moveTo>
                  <a:pt x="27501" y="18334"/>
                </a:moveTo>
                <a:cubicBezTo>
                  <a:pt x="17388" y="18334"/>
                  <a:pt x="9167" y="26555"/>
                  <a:pt x="9167" y="36668"/>
                </a:cubicBezTo>
                <a:lnTo>
                  <a:pt x="9167" y="110003"/>
                </a:lnTo>
                <a:cubicBezTo>
                  <a:pt x="9167" y="120115"/>
                  <a:pt x="17388" y="128337"/>
                  <a:pt x="27501" y="128337"/>
                </a:cubicBezTo>
                <a:lnTo>
                  <a:pt x="100836" y="128337"/>
                </a:lnTo>
                <a:cubicBezTo>
                  <a:pt x="110948" y="128337"/>
                  <a:pt x="119170" y="120115"/>
                  <a:pt x="119170" y="110003"/>
                </a:cubicBezTo>
                <a:lnTo>
                  <a:pt x="119170" y="36668"/>
                </a:lnTo>
                <a:cubicBezTo>
                  <a:pt x="119170" y="26555"/>
                  <a:pt x="110948" y="18334"/>
                  <a:pt x="100836" y="18334"/>
                </a:cubicBezTo>
                <a:lnTo>
                  <a:pt x="27501" y="18334"/>
                </a:lnTo>
                <a:close/>
                <a:moveTo>
                  <a:pt x="132920" y="96253"/>
                </a:moveTo>
                <a:lnTo>
                  <a:pt x="153976" y="113097"/>
                </a:lnTo>
                <a:cubicBezTo>
                  <a:pt x="155179" y="114071"/>
                  <a:pt x="156668" y="114586"/>
                  <a:pt x="158215" y="114586"/>
                </a:cubicBezTo>
                <a:cubicBezTo>
                  <a:pt x="161968" y="114586"/>
                  <a:pt x="165005" y="111550"/>
                  <a:pt x="165005" y="107797"/>
                </a:cubicBezTo>
                <a:lnTo>
                  <a:pt x="165005" y="38873"/>
                </a:lnTo>
                <a:cubicBezTo>
                  <a:pt x="165005" y="35121"/>
                  <a:pt x="161968" y="32084"/>
                  <a:pt x="158215" y="32084"/>
                </a:cubicBezTo>
                <a:cubicBezTo>
                  <a:pt x="156668" y="32084"/>
                  <a:pt x="155179" y="32600"/>
                  <a:pt x="153976" y="33574"/>
                </a:cubicBezTo>
                <a:lnTo>
                  <a:pt x="132920" y="50418"/>
                </a:lnTo>
                <a:lnTo>
                  <a:pt x="132920" y="9625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55032" y="1631711"/>
            <a:ext cx="5802659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5 Videos Nuevos por Semana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5032" y="1925053"/>
            <a:ext cx="5793492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Consistencia es clave. Mejor 5 videos semanales que 20 un día y nada el resto del mes.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1681" y="2548403"/>
            <a:ext cx="6453510" cy="733353"/>
          </a:xfrm>
          <a:custGeom>
            <a:avLst/>
            <a:gdLst/>
            <a:ahLst/>
            <a:cxnLst/>
            <a:rect l="l" t="t" r="r" b="b"/>
            <a:pathLst>
              <a:path w="6453510" h="733353">
                <a:moveTo>
                  <a:pt x="73335" y="0"/>
                </a:moveTo>
                <a:lnTo>
                  <a:pt x="6380174" y="0"/>
                </a:lnTo>
                <a:cubicBezTo>
                  <a:pt x="6420676" y="0"/>
                  <a:pt x="6453510" y="32833"/>
                  <a:pt x="6453510" y="73335"/>
                </a:cubicBezTo>
                <a:lnTo>
                  <a:pt x="6453510" y="660018"/>
                </a:lnTo>
                <a:cubicBezTo>
                  <a:pt x="6453510" y="700520"/>
                  <a:pt x="6420676" y="733353"/>
                  <a:pt x="6380174" y="733353"/>
                </a:cubicBezTo>
                <a:lnTo>
                  <a:pt x="73335" y="733353"/>
                </a:lnTo>
                <a:cubicBezTo>
                  <a:pt x="32860" y="733353"/>
                  <a:pt x="0" y="700493"/>
                  <a:pt x="0" y="660018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641684" y="2658406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183338" y="0"/>
                </a:moveTo>
                <a:lnTo>
                  <a:pt x="183338" y="0"/>
                </a:lnTo>
                <a:cubicBezTo>
                  <a:pt x="284526" y="0"/>
                  <a:pt x="366677" y="82151"/>
                  <a:pt x="366677" y="183338"/>
                </a:cubicBezTo>
                <a:lnTo>
                  <a:pt x="366677" y="183338"/>
                </a:lnTo>
                <a:cubicBezTo>
                  <a:pt x="366677" y="284526"/>
                  <a:pt x="284526" y="366677"/>
                  <a:pt x="183338" y="366677"/>
                </a:cubicBezTo>
                <a:lnTo>
                  <a:pt x="183338" y="366677"/>
                </a:lnTo>
                <a:cubicBezTo>
                  <a:pt x="82151" y="366677"/>
                  <a:pt x="0" y="284526"/>
                  <a:pt x="0" y="183338"/>
                </a:cubicBezTo>
                <a:lnTo>
                  <a:pt x="0" y="183338"/>
                </a:lnTo>
                <a:cubicBezTo>
                  <a:pt x="0" y="82151"/>
                  <a:pt x="82151" y="0"/>
                  <a:pt x="18333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3" name="Shape 11"/>
          <p:cNvSpPr/>
          <p:nvPr/>
        </p:nvSpPr>
        <p:spPr>
          <a:xfrm>
            <a:off x="742520" y="2768409"/>
            <a:ext cx="165005" cy="146671"/>
          </a:xfrm>
          <a:custGeom>
            <a:avLst/>
            <a:gdLst/>
            <a:ahLst/>
            <a:cxnLst/>
            <a:rect l="l" t="t" r="r" b="b"/>
            <a:pathLst>
              <a:path w="165005" h="146671">
                <a:moveTo>
                  <a:pt x="27501" y="27501"/>
                </a:moveTo>
                <a:cubicBezTo>
                  <a:pt x="27501" y="17388"/>
                  <a:pt x="35722" y="9167"/>
                  <a:pt x="45835" y="9167"/>
                </a:cubicBezTo>
                <a:lnTo>
                  <a:pt x="137504" y="9167"/>
                </a:lnTo>
                <a:cubicBezTo>
                  <a:pt x="147616" y="9167"/>
                  <a:pt x="155838" y="17388"/>
                  <a:pt x="155838" y="27501"/>
                </a:cubicBezTo>
                <a:lnTo>
                  <a:pt x="155838" y="100836"/>
                </a:lnTo>
                <a:cubicBezTo>
                  <a:pt x="155838" y="110948"/>
                  <a:pt x="147616" y="119170"/>
                  <a:pt x="137504" y="119170"/>
                </a:cubicBezTo>
                <a:lnTo>
                  <a:pt x="45835" y="119170"/>
                </a:lnTo>
                <a:cubicBezTo>
                  <a:pt x="35722" y="119170"/>
                  <a:pt x="27501" y="110948"/>
                  <a:pt x="27501" y="100836"/>
                </a:cubicBezTo>
                <a:lnTo>
                  <a:pt x="27501" y="27501"/>
                </a:lnTo>
                <a:close/>
                <a:moveTo>
                  <a:pt x="6875" y="36668"/>
                </a:moveTo>
                <a:cubicBezTo>
                  <a:pt x="10685" y="36668"/>
                  <a:pt x="13750" y="39733"/>
                  <a:pt x="13750" y="43543"/>
                </a:cubicBezTo>
                <a:lnTo>
                  <a:pt x="13750" y="128337"/>
                </a:lnTo>
                <a:cubicBezTo>
                  <a:pt x="13750" y="130858"/>
                  <a:pt x="15813" y="132920"/>
                  <a:pt x="18334" y="132920"/>
                </a:cubicBezTo>
                <a:lnTo>
                  <a:pt x="121462" y="132920"/>
                </a:lnTo>
                <a:cubicBezTo>
                  <a:pt x="125272" y="132920"/>
                  <a:pt x="128337" y="135985"/>
                  <a:pt x="128337" y="139795"/>
                </a:cubicBezTo>
                <a:cubicBezTo>
                  <a:pt x="128337" y="143605"/>
                  <a:pt x="125272" y="146671"/>
                  <a:pt x="121462" y="146671"/>
                </a:cubicBezTo>
                <a:lnTo>
                  <a:pt x="18334" y="146671"/>
                </a:lnTo>
                <a:cubicBezTo>
                  <a:pt x="8222" y="146671"/>
                  <a:pt x="0" y="138449"/>
                  <a:pt x="0" y="128337"/>
                </a:cubicBezTo>
                <a:lnTo>
                  <a:pt x="0" y="43543"/>
                </a:lnTo>
                <a:cubicBezTo>
                  <a:pt x="0" y="39733"/>
                  <a:pt x="3065" y="36668"/>
                  <a:pt x="6875" y="36668"/>
                </a:cubicBezTo>
                <a:close/>
                <a:moveTo>
                  <a:pt x="55002" y="45835"/>
                </a:moveTo>
                <a:cubicBezTo>
                  <a:pt x="60061" y="45835"/>
                  <a:pt x="64168" y="41727"/>
                  <a:pt x="64168" y="36668"/>
                </a:cubicBezTo>
                <a:cubicBezTo>
                  <a:pt x="64168" y="31608"/>
                  <a:pt x="60061" y="27501"/>
                  <a:pt x="55002" y="27501"/>
                </a:cubicBezTo>
                <a:cubicBezTo>
                  <a:pt x="49942" y="27501"/>
                  <a:pt x="45835" y="31608"/>
                  <a:pt x="45835" y="36668"/>
                </a:cubicBezTo>
                <a:cubicBezTo>
                  <a:pt x="45835" y="41727"/>
                  <a:pt x="49942" y="45835"/>
                  <a:pt x="55002" y="45835"/>
                </a:cubicBezTo>
                <a:close/>
                <a:moveTo>
                  <a:pt x="111292" y="49129"/>
                </a:moveTo>
                <a:cubicBezTo>
                  <a:pt x="110032" y="47095"/>
                  <a:pt x="107826" y="45835"/>
                  <a:pt x="105420" y="45835"/>
                </a:cubicBezTo>
                <a:cubicBezTo>
                  <a:pt x="103013" y="45835"/>
                  <a:pt x="100807" y="47095"/>
                  <a:pt x="99547" y="49129"/>
                </a:cubicBezTo>
                <a:lnTo>
                  <a:pt x="83419" y="75512"/>
                </a:lnTo>
                <a:lnTo>
                  <a:pt x="76401" y="66747"/>
                </a:lnTo>
                <a:cubicBezTo>
                  <a:pt x="75083" y="65114"/>
                  <a:pt x="73135" y="64168"/>
                  <a:pt x="71044" y="64168"/>
                </a:cubicBezTo>
                <a:cubicBezTo>
                  <a:pt x="68952" y="64168"/>
                  <a:pt x="66976" y="65114"/>
                  <a:pt x="65687" y="66747"/>
                </a:cubicBezTo>
                <a:lnTo>
                  <a:pt x="47353" y="89664"/>
                </a:lnTo>
                <a:cubicBezTo>
                  <a:pt x="45691" y="91726"/>
                  <a:pt x="45376" y="94562"/>
                  <a:pt x="46522" y="96940"/>
                </a:cubicBezTo>
                <a:cubicBezTo>
                  <a:pt x="47668" y="99318"/>
                  <a:pt x="50074" y="100836"/>
                  <a:pt x="52710" y="100836"/>
                </a:cubicBezTo>
                <a:lnTo>
                  <a:pt x="130629" y="100836"/>
                </a:lnTo>
                <a:cubicBezTo>
                  <a:pt x="133121" y="100836"/>
                  <a:pt x="135413" y="99490"/>
                  <a:pt x="136616" y="97313"/>
                </a:cubicBezTo>
                <a:cubicBezTo>
                  <a:pt x="137819" y="95135"/>
                  <a:pt x="137790" y="92500"/>
                  <a:pt x="136472" y="90351"/>
                </a:cubicBezTo>
                <a:lnTo>
                  <a:pt x="111263" y="491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55032" y="2658406"/>
            <a:ext cx="5802659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3-5 Creatividades por Conjunto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5032" y="2951747"/>
            <a:ext cx="579349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Nunca corras 1 solo anuncio. El algoritmo necesita opciones para optimizar.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1681" y="3355092"/>
            <a:ext cx="6453510" cy="733353"/>
          </a:xfrm>
          <a:custGeom>
            <a:avLst/>
            <a:gdLst/>
            <a:ahLst/>
            <a:cxnLst/>
            <a:rect l="l" t="t" r="r" b="b"/>
            <a:pathLst>
              <a:path w="6453510" h="733353">
                <a:moveTo>
                  <a:pt x="73335" y="0"/>
                </a:moveTo>
                <a:lnTo>
                  <a:pt x="6380174" y="0"/>
                </a:lnTo>
                <a:cubicBezTo>
                  <a:pt x="6420676" y="0"/>
                  <a:pt x="6453510" y="32833"/>
                  <a:pt x="6453510" y="73335"/>
                </a:cubicBezTo>
                <a:lnTo>
                  <a:pt x="6453510" y="660018"/>
                </a:lnTo>
                <a:cubicBezTo>
                  <a:pt x="6453510" y="700520"/>
                  <a:pt x="6420676" y="733353"/>
                  <a:pt x="6380174" y="733353"/>
                </a:cubicBezTo>
                <a:lnTo>
                  <a:pt x="73335" y="733353"/>
                </a:lnTo>
                <a:cubicBezTo>
                  <a:pt x="32860" y="733353"/>
                  <a:pt x="0" y="700493"/>
                  <a:pt x="0" y="660018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641684" y="3465095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183338" y="0"/>
                </a:moveTo>
                <a:lnTo>
                  <a:pt x="183338" y="0"/>
                </a:lnTo>
                <a:cubicBezTo>
                  <a:pt x="284526" y="0"/>
                  <a:pt x="366677" y="82151"/>
                  <a:pt x="366677" y="183338"/>
                </a:cubicBezTo>
                <a:lnTo>
                  <a:pt x="366677" y="183338"/>
                </a:lnTo>
                <a:cubicBezTo>
                  <a:pt x="366677" y="284526"/>
                  <a:pt x="284526" y="366677"/>
                  <a:pt x="183338" y="366677"/>
                </a:cubicBezTo>
                <a:lnTo>
                  <a:pt x="183338" y="366677"/>
                </a:lnTo>
                <a:cubicBezTo>
                  <a:pt x="82151" y="366677"/>
                  <a:pt x="0" y="284526"/>
                  <a:pt x="0" y="183338"/>
                </a:cubicBezTo>
                <a:lnTo>
                  <a:pt x="0" y="183338"/>
                </a:lnTo>
                <a:cubicBezTo>
                  <a:pt x="0" y="82151"/>
                  <a:pt x="82151" y="0"/>
                  <a:pt x="183338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8" name="Shape 16"/>
          <p:cNvSpPr/>
          <p:nvPr/>
        </p:nvSpPr>
        <p:spPr>
          <a:xfrm>
            <a:off x="751687" y="3575098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125100" y="21399"/>
                </a:moveTo>
                <a:lnTo>
                  <a:pt x="128337" y="24464"/>
                </a:lnTo>
                <a:lnTo>
                  <a:pt x="128337" y="9167"/>
                </a:lnTo>
                <a:cubicBezTo>
                  <a:pt x="128337" y="4096"/>
                  <a:pt x="132433" y="0"/>
                  <a:pt x="137504" y="0"/>
                </a:cubicBezTo>
                <a:cubicBezTo>
                  <a:pt x="142574" y="0"/>
                  <a:pt x="146671" y="4096"/>
                  <a:pt x="146671" y="9167"/>
                </a:cubicBezTo>
                <a:lnTo>
                  <a:pt x="146671" y="45835"/>
                </a:lnTo>
                <a:cubicBezTo>
                  <a:pt x="146671" y="50905"/>
                  <a:pt x="142574" y="55002"/>
                  <a:pt x="137504" y="55002"/>
                </a:cubicBezTo>
                <a:lnTo>
                  <a:pt x="100836" y="55002"/>
                </a:lnTo>
                <a:cubicBezTo>
                  <a:pt x="95766" y="55002"/>
                  <a:pt x="91669" y="50905"/>
                  <a:pt x="91669" y="45835"/>
                </a:cubicBezTo>
                <a:cubicBezTo>
                  <a:pt x="91669" y="40764"/>
                  <a:pt x="95766" y="36668"/>
                  <a:pt x="100836" y="36668"/>
                </a:cubicBezTo>
                <a:lnTo>
                  <a:pt x="114558" y="36668"/>
                </a:lnTo>
                <a:lnTo>
                  <a:pt x="112381" y="34605"/>
                </a:lnTo>
                <a:cubicBezTo>
                  <a:pt x="112323" y="34548"/>
                  <a:pt x="112266" y="34491"/>
                  <a:pt x="112209" y="34433"/>
                </a:cubicBezTo>
                <a:cubicBezTo>
                  <a:pt x="90724" y="12948"/>
                  <a:pt x="55918" y="12948"/>
                  <a:pt x="34433" y="34433"/>
                </a:cubicBezTo>
                <a:cubicBezTo>
                  <a:pt x="12948" y="55918"/>
                  <a:pt x="12948" y="90724"/>
                  <a:pt x="34433" y="112209"/>
                </a:cubicBezTo>
                <a:cubicBezTo>
                  <a:pt x="55918" y="133694"/>
                  <a:pt x="90724" y="133694"/>
                  <a:pt x="112209" y="112209"/>
                </a:cubicBezTo>
                <a:cubicBezTo>
                  <a:pt x="114558" y="109860"/>
                  <a:pt x="116649" y="107368"/>
                  <a:pt x="118482" y="104732"/>
                </a:cubicBezTo>
                <a:cubicBezTo>
                  <a:pt x="121376" y="100578"/>
                  <a:pt x="127105" y="99576"/>
                  <a:pt x="131259" y="102469"/>
                </a:cubicBezTo>
                <a:cubicBezTo>
                  <a:pt x="135413" y="105362"/>
                  <a:pt x="136415" y="111092"/>
                  <a:pt x="133522" y="115245"/>
                </a:cubicBezTo>
                <a:cubicBezTo>
                  <a:pt x="131087" y="118740"/>
                  <a:pt x="128308" y="122063"/>
                  <a:pt x="125186" y="125186"/>
                </a:cubicBezTo>
                <a:cubicBezTo>
                  <a:pt x="96539" y="153832"/>
                  <a:pt x="50103" y="153832"/>
                  <a:pt x="21485" y="125186"/>
                </a:cubicBezTo>
                <a:cubicBezTo>
                  <a:pt x="-7133" y="96539"/>
                  <a:pt x="-7162" y="50132"/>
                  <a:pt x="21485" y="21485"/>
                </a:cubicBezTo>
                <a:cubicBezTo>
                  <a:pt x="50103" y="-7133"/>
                  <a:pt x="96453" y="-7162"/>
                  <a:pt x="125100" y="2139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55032" y="3465095"/>
            <a:ext cx="5802659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Retarget Activo Siempre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55032" y="3758436"/>
            <a:ext cx="579349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que interactuaron pero no convirtieron son oro. No los dejes escapar.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1681" y="4161780"/>
            <a:ext cx="6453510" cy="733353"/>
          </a:xfrm>
          <a:custGeom>
            <a:avLst/>
            <a:gdLst/>
            <a:ahLst/>
            <a:cxnLst/>
            <a:rect l="l" t="t" r="r" b="b"/>
            <a:pathLst>
              <a:path w="6453510" h="733353">
                <a:moveTo>
                  <a:pt x="73335" y="0"/>
                </a:moveTo>
                <a:lnTo>
                  <a:pt x="6380174" y="0"/>
                </a:lnTo>
                <a:cubicBezTo>
                  <a:pt x="6420676" y="0"/>
                  <a:pt x="6453510" y="32833"/>
                  <a:pt x="6453510" y="73335"/>
                </a:cubicBezTo>
                <a:lnTo>
                  <a:pt x="6453510" y="660018"/>
                </a:lnTo>
                <a:cubicBezTo>
                  <a:pt x="6453510" y="700520"/>
                  <a:pt x="6420676" y="733353"/>
                  <a:pt x="6380174" y="733353"/>
                </a:cubicBezTo>
                <a:lnTo>
                  <a:pt x="73335" y="733353"/>
                </a:lnTo>
                <a:cubicBezTo>
                  <a:pt x="32860" y="733353"/>
                  <a:pt x="0" y="700493"/>
                  <a:pt x="0" y="660018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641684" y="4271783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183338" y="0"/>
                </a:moveTo>
                <a:lnTo>
                  <a:pt x="183338" y="0"/>
                </a:lnTo>
                <a:cubicBezTo>
                  <a:pt x="284526" y="0"/>
                  <a:pt x="366677" y="82151"/>
                  <a:pt x="366677" y="183338"/>
                </a:cubicBezTo>
                <a:lnTo>
                  <a:pt x="366677" y="183338"/>
                </a:lnTo>
                <a:cubicBezTo>
                  <a:pt x="366677" y="284526"/>
                  <a:pt x="284526" y="366677"/>
                  <a:pt x="183338" y="366677"/>
                </a:cubicBezTo>
                <a:lnTo>
                  <a:pt x="183338" y="366677"/>
                </a:lnTo>
                <a:cubicBezTo>
                  <a:pt x="82151" y="366677"/>
                  <a:pt x="0" y="284526"/>
                  <a:pt x="0" y="183338"/>
                </a:cubicBezTo>
                <a:lnTo>
                  <a:pt x="0" y="183338"/>
                </a:lnTo>
                <a:cubicBezTo>
                  <a:pt x="0" y="82151"/>
                  <a:pt x="82151" y="0"/>
                  <a:pt x="183338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3" name="Shape 21"/>
          <p:cNvSpPr/>
          <p:nvPr/>
        </p:nvSpPr>
        <p:spPr>
          <a:xfrm>
            <a:off x="751687" y="4381786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13750" y="41251"/>
                </a:moveTo>
                <a:cubicBezTo>
                  <a:pt x="21339" y="41251"/>
                  <a:pt x="27501" y="35090"/>
                  <a:pt x="27501" y="27501"/>
                </a:cubicBezTo>
                <a:cubicBezTo>
                  <a:pt x="27501" y="19912"/>
                  <a:pt x="21339" y="13750"/>
                  <a:pt x="13750" y="13750"/>
                </a:cubicBezTo>
                <a:cubicBezTo>
                  <a:pt x="6161" y="13750"/>
                  <a:pt x="0" y="19912"/>
                  <a:pt x="0" y="27501"/>
                </a:cubicBezTo>
                <a:cubicBezTo>
                  <a:pt x="0" y="35090"/>
                  <a:pt x="6161" y="41251"/>
                  <a:pt x="13750" y="41251"/>
                </a:cubicBezTo>
                <a:close/>
                <a:moveTo>
                  <a:pt x="55002" y="18334"/>
                </a:moveTo>
                <a:cubicBezTo>
                  <a:pt x="49931" y="18334"/>
                  <a:pt x="45835" y="22430"/>
                  <a:pt x="45835" y="27501"/>
                </a:cubicBezTo>
                <a:cubicBezTo>
                  <a:pt x="45835" y="32571"/>
                  <a:pt x="49931" y="36668"/>
                  <a:pt x="55002" y="36668"/>
                </a:cubicBezTo>
                <a:lnTo>
                  <a:pt x="137504" y="36668"/>
                </a:lnTo>
                <a:cubicBezTo>
                  <a:pt x="142574" y="36668"/>
                  <a:pt x="146671" y="32571"/>
                  <a:pt x="146671" y="27501"/>
                </a:cubicBezTo>
                <a:cubicBezTo>
                  <a:pt x="146671" y="22430"/>
                  <a:pt x="142574" y="18334"/>
                  <a:pt x="137504" y="18334"/>
                </a:cubicBezTo>
                <a:lnTo>
                  <a:pt x="55002" y="18334"/>
                </a:lnTo>
                <a:close/>
                <a:moveTo>
                  <a:pt x="55002" y="64168"/>
                </a:moveTo>
                <a:cubicBezTo>
                  <a:pt x="49931" y="64168"/>
                  <a:pt x="45835" y="68265"/>
                  <a:pt x="45835" y="73335"/>
                </a:cubicBezTo>
                <a:cubicBezTo>
                  <a:pt x="45835" y="78406"/>
                  <a:pt x="49931" y="82502"/>
                  <a:pt x="55002" y="82502"/>
                </a:cubicBezTo>
                <a:lnTo>
                  <a:pt x="137504" y="82502"/>
                </a:lnTo>
                <a:cubicBezTo>
                  <a:pt x="142574" y="82502"/>
                  <a:pt x="146671" y="78406"/>
                  <a:pt x="146671" y="73335"/>
                </a:cubicBezTo>
                <a:cubicBezTo>
                  <a:pt x="146671" y="68265"/>
                  <a:pt x="142574" y="64168"/>
                  <a:pt x="137504" y="64168"/>
                </a:cubicBezTo>
                <a:lnTo>
                  <a:pt x="55002" y="64168"/>
                </a:lnTo>
                <a:close/>
                <a:moveTo>
                  <a:pt x="55002" y="110003"/>
                </a:moveTo>
                <a:cubicBezTo>
                  <a:pt x="49931" y="110003"/>
                  <a:pt x="45835" y="114099"/>
                  <a:pt x="45835" y="119170"/>
                </a:cubicBezTo>
                <a:cubicBezTo>
                  <a:pt x="45835" y="124240"/>
                  <a:pt x="49931" y="128337"/>
                  <a:pt x="55002" y="128337"/>
                </a:cubicBezTo>
                <a:lnTo>
                  <a:pt x="137504" y="128337"/>
                </a:lnTo>
                <a:cubicBezTo>
                  <a:pt x="142574" y="128337"/>
                  <a:pt x="146671" y="124240"/>
                  <a:pt x="146671" y="119170"/>
                </a:cubicBezTo>
                <a:cubicBezTo>
                  <a:pt x="146671" y="114099"/>
                  <a:pt x="142574" y="110003"/>
                  <a:pt x="137504" y="110003"/>
                </a:cubicBezTo>
                <a:lnTo>
                  <a:pt x="55002" y="110003"/>
                </a:lnTo>
                <a:close/>
                <a:moveTo>
                  <a:pt x="13750" y="132920"/>
                </a:moveTo>
                <a:cubicBezTo>
                  <a:pt x="21339" y="132920"/>
                  <a:pt x="27501" y="126759"/>
                  <a:pt x="27501" y="119170"/>
                </a:cubicBezTo>
                <a:cubicBezTo>
                  <a:pt x="27501" y="111581"/>
                  <a:pt x="21339" y="105420"/>
                  <a:pt x="13750" y="105420"/>
                </a:cubicBezTo>
                <a:cubicBezTo>
                  <a:pt x="6161" y="105420"/>
                  <a:pt x="0" y="111581"/>
                  <a:pt x="0" y="119170"/>
                </a:cubicBezTo>
                <a:cubicBezTo>
                  <a:pt x="0" y="126759"/>
                  <a:pt x="6161" y="132920"/>
                  <a:pt x="13750" y="132920"/>
                </a:cubicBezTo>
                <a:close/>
                <a:moveTo>
                  <a:pt x="27501" y="73335"/>
                </a:moveTo>
                <a:cubicBezTo>
                  <a:pt x="27501" y="65746"/>
                  <a:pt x="21339" y="59585"/>
                  <a:pt x="13750" y="59585"/>
                </a:cubicBezTo>
                <a:cubicBezTo>
                  <a:pt x="6161" y="59585"/>
                  <a:pt x="0" y="65746"/>
                  <a:pt x="0" y="73335"/>
                </a:cubicBezTo>
                <a:cubicBezTo>
                  <a:pt x="0" y="80924"/>
                  <a:pt x="6161" y="87086"/>
                  <a:pt x="13750" y="87086"/>
                </a:cubicBezTo>
                <a:cubicBezTo>
                  <a:pt x="21339" y="87086"/>
                  <a:pt x="27501" y="80924"/>
                  <a:pt x="27501" y="7333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155032" y="4271783"/>
            <a:ext cx="5802659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Formulario Corto: 3-5 Preguntas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5032" y="4565125"/>
            <a:ext cx="579349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pregunta extra reduce conversiones 10-15%. Solo lo esencial.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1681" y="4968469"/>
            <a:ext cx="6453510" cy="733353"/>
          </a:xfrm>
          <a:custGeom>
            <a:avLst/>
            <a:gdLst/>
            <a:ahLst/>
            <a:cxnLst/>
            <a:rect l="l" t="t" r="r" b="b"/>
            <a:pathLst>
              <a:path w="6453510" h="733353">
                <a:moveTo>
                  <a:pt x="73335" y="0"/>
                </a:moveTo>
                <a:lnTo>
                  <a:pt x="6380174" y="0"/>
                </a:lnTo>
                <a:cubicBezTo>
                  <a:pt x="6420676" y="0"/>
                  <a:pt x="6453510" y="32833"/>
                  <a:pt x="6453510" y="73335"/>
                </a:cubicBezTo>
                <a:lnTo>
                  <a:pt x="6453510" y="660018"/>
                </a:lnTo>
                <a:cubicBezTo>
                  <a:pt x="6453510" y="700520"/>
                  <a:pt x="6420676" y="733353"/>
                  <a:pt x="6380174" y="733353"/>
                </a:cubicBezTo>
                <a:lnTo>
                  <a:pt x="73335" y="733353"/>
                </a:lnTo>
                <a:cubicBezTo>
                  <a:pt x="32860" y="733353"/>
                  <a:pt x="0" y="700493"/>
                  <a:pt x="0" y="660018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641684" y="5078472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183338" y="0"/>
                </a:moveTo>
                <a:lnTo>
                  <a:pt x="183338" y="0"/>
                </a:lnTo>
                <a:cubicBezTo>
                  <a:pt x="284526" y="0"/>
                  <a:pt x="366677" y="82151"/>
                  <a:pt x="366677" y="183338"/>
                </a:cubicBezTo>
                <a:lnTo>
                  <a:pt x="366677" y="183338"/>
                </a:lnTo>
                <a:cubicBezTo>
                  <a:pt x="366677" y="284526"/>
                  <a:pt x="284526" y="366677"/>
                  <a:pt x="183338" y="366677"/>
                </a:cubicBezTo>
                <a:lnTo>
                  <a:pt x="183338" y="366677"/>
                </a:lnTo>
                <a:cubicBezTo>
                  <a:pt x="82151" y="366677"/>
                  <a:pt x="0" y="284526"/>
                  <a:pt x="0" y="183338"/>
                </a:cubicBezTo>
                <a:lnTo>
                  <a:pt x="0" y="183338"/>
                </a:lnTo>
                <a:cubicBezTo>
                  <a:pt x="0" y="82151"/>
                  <a:pt x="82151" y="0"/>
                  <a:pt x="18333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Shape 26"/>
          <p:cNvSpPr/>
          <p:nvPr/>
        </p:nvSpPr>
        <p:spPr>
          <a:xfrm>
            <a:off x="760854" y="5188475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97055" y="-2836"/>
                </a:moveTo>
                <a:cubicBezTo>
                  <a:pt x="100464" y="-372"/>
                  <a:pt x="101724" y="4096"/>
                  <a:pt x="100177" y="7992"/>
                </a:cubicBezTo>
                <a:lnTo>
                  <a:pt x="77718" y="64168"/>
                </a:lnTo>
                <a:lnTo>
                  <a:pt x="119170" y="64168"/>
                </a:lnTo>
                <a:cubicBezTo>
                  <a:pt x="123037" y="64168"/>
                  <a:pt x="126475" y="66575"/>
                  <a:pt x="127793" y="70213"/>
                </a:cubicBezTo>
                <a:cubicBezTo>
                  <a:pt x="129110" y="73851"/>
                  <a:pt x="127993" y="77919"/>
                  <a:pt x="125042" y="80382"/>
                </a:cubicBezTo>
                <a:lnTo>
                  <a:pt x="42540" y="149134"/>
                </a:lnTo>
                <a:cubicBezTo>
                  <a:pt x="39303" y="151827"/>
                  <a:pt x="34691" y="151970"/>
                  <a:pt x="31282" y="149507"/>
                </a:cubicBezTo>
                <a:cubicBezTo>
                  <a:pt x="27873" y="147043"/>
                  <a:pt x="26613" y="142574"/>
                  <a:pt x="28160" y="138678"/>
                </a:cubicBezTo>
                <a:lnTo>
                  <a:pt x="50619" y="82502"/>
                </a:lnTo>
                <a:lnTo>
                  <a:pt x="9167" y="82502"/>
                </a:lnTo>
                <a:cubicBezTo>
                  <a:pt x="5300" y="82502"/>
                  <a:pt x="1862" y="80096"/>
                  <a:pt x="544" y="76458"/>
                </a:cubicBezTo>
                <a:cubicBezTo>
                  <a:pt x="-773" y="72820"/>
                  <a:pt x="344" y="68752"/>
                  <a:pt x="3294" y="66288"/>
                </a:cubicBezTo>
                <a:lnTo>
                  <a:pt x="85797" y="-2464"/>
                </a:lnTo>
                <a:cubicBezTo>
                  <a:pt x="89034" y="-5156"/>
                  <a:pt x="93646" y="-5300"/>
                  <a:pt x="97055" y="-2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155032" y="5078472"/>
            <a:ext cx="5802659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Respuesta en Menos de 5 Minutos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5032" y="5371814"/>
            <a:ext cx="579349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Esto es no negociable. Si no podés cumplir, no inviertas en publicidad.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1681" y="5775158"/>
            <a:ext cx="6453510" cy="733353"/>
          </a:xfrm>
          <a:custGeom>
            <a:avLst/>
            <a:gdLst/>
            <a:ahLst/>
            <a:cxnLst/>
            <a:rect l="l" t="t" r="r" b="b"/>
            <a:pathLst>
              <a:path w="6453510" h="733353">
                <a:moveTo>
                  <a:pt x="73335" y="0"/>
                </a:moveTo>
                <a:lnTo>
                  <a:pt x="6380174" y="0"/>
                </a:lnTo>
                <a:cubicBezTo>
                  <a:pt x="6420676" y="0"/>
                  <a:pt x="6453510" y="32833"/>
                  <a:pt x="6453510" y="73335"/>
                </a:cubicBezTo>
                <a:lnTo>
                  <a:pt x="6453510" y="660018"/>
                </a:lnTo>
                <a:cubicBezTo>
                  <a:pt x="6453510" y="700520"/>
                  <a:pt x="6420676" y="733353"/>
                  <a:pt x="6380174" y="733353"/>
                </a:cubicBezTo>
                <a:lnTo>
                  <a:pt x="73335" y="733353"/>
                </a:lnTo>
                <a:cubicBezTo>
                  <a:pt x="32860" y="733353"/>
                  <a:pt x="0" y="700493"/>
                  <a:pt x="0" y="660018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641684" y="5885161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183338" y="0"/>
                </a:moveTo>
                <a:lnTo>
                  <a:pt x="183338" y="0"/>
                </a:lnTo>
                <a:cubicBezTo>
                  <a:pt x="284526" y="0"/>
                  <a:pt x="366677" y="82151"/>
                  <a:pt x="366677" y="183338"/>
                </a:cubicBezTo>
                <a:lnTo>
                  <a:pt x="366677" y="183338"/>
                </a:lnTo>
                <a:cubicBezTo>
                  <a:pt x="366677" y="284526"/>
                  <a:pt x="284526" y="366677"/>
                  <a:pt x="183338" y="366677"/>
                </a:cubicBezTo>
                <a:lnTo>
                  <a:pt x="183338" y="366677"/>
                </a:lnTo>
                <a:cubicBezTo>
                  <a:pt x="82151" y="366677"/>
                  <a:pt x="0" y="284526"/>
                  <a:pt x="0" y="183338"/>
                </a:cubicBezTo>
                <a:lnTo>
                  <a:pt x="0" y="183338"/>
                </a:lnTo>
                <a:cubicBezTo>
                  <a:pt x="0" y="82151"/>
                  <a:pt x="82151" y="0"/>
                  <a:pt x="183338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3" name="Shape 31"/>
          <p:cNvSpPr/>
          <p:nvPr/>
        </p:nvSpPr>
        <p:spPr>
          <a:xfrm>
            <a:off x="751687" y="5995164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0" y="22917"/>
                </a:moveTo>
                <a:cubicBezTo>
                  <a:pt x="0" y="15326"/>
                  <a:pt x="6159" y="9167"/>
                  <a:pt x="13750" y="9167"/>
                </a:cubicBezTo>
                <a:lnTo>
                  <a:pt x="41251" y="9167"/>
                </a:lnTo>
                <a:cubicBezTo>
                  <a:pt x="48842" y="9167"/>
                  <a:pt x="55002" y="15326"/>
                  <a:pt x="55002" y="22917"/>
                </a:cubicBezTo>
                <a:lnTo>
                  <a:pt x="55002" y="27501"/>
                </a:lnTo>
                <a:lnTo>
                  <a:pt x="91669" y="27501"/>
                </a:lnTo>
                <a:lnTo>
                  <a:pt x="91669" y="22917"/>
                </a:lnTo>
                <a:cubicBezTo>
                  <a:pt x="91669" y="15326"/>
                  <a:pt x="97828" y="9167"/>
                  <a:pt x="105420" y="9167"/>
                </a:cubicBezTo>
                <a:lnTo>
                  <a:pt x="132920" y="9167"/>
                </a:lnTo>
                <a:cubicBezTo>
                  <a:pt x="140512" y="9167"/>
                  <a:pt x="146671" y="15326"/>
                  <a:pt x="146671" y="22917"/>
                </a:cubicBezTo>
                <a:lnTo>
                  <a:pt x="146671" y="50418"/>
                </a:lnTo>
                <a:cubicBezTo>
                  <a:pt x="146671" y="58009"/>
                  <a:pt x="140512" y="64168"/>
                  <a:pt x="132920" y="64168"/>
                </a:cubicBezTo>
                <a:lnTo>
                  <a:pt x="105420" y="64168"/>
                </a:lnTo>
                <a:cubicBezTo>
                  <a:pt x="97828" y="64168"/>
                  <a:pt x="91669" y="58009"/>
                  <a:pt x="91669" y="50418"/>
                </a:cubicBezTo>
                <a:lnTo>
                  <a:pt x="91669" y="45835"/>
                </a:lnTo>
                <a:lnTo>
                  <a:pt x="55002" y="45835"/>
                </a:lnTo>
                <a:lnTo>
                  <a:pt x="55002" y="50418"/>
                </a:lnTo>
                <a:cubicBezTo>
                  <a:pt x="55002" y="52509"/>
                  <a:pt x="54515" y="54515"/>
                  <a:pt x="53684" y="56291"/>
                </a:cubicBezTo>
                <a:lnTo>
                  <a:pt x="73335" y="82502"/>
                </a:lnTo>
                <a:lnTo>
                  <a:pt x="96253" y="82502"/>
                </a:lnTo>
                <a:cubicBezTo>
                  <a:pt x="103844" y="82502"/>
                  <a:pt x="110003" y="88661"/>
                  <a:pt x="110003" y="96253"/>
                </a:cubicBezTo>
                <a:lnTo>
                  <a:pt x="110003" y="123753"/>
                </a:lnTo>
                <a:cubicBezTo>
                  <a:pt x="110003" y="131345"/>
                  <a:pt x="103844" y="137504"/>
                  <a:pt x="96253" y="137504"/>
                </a:cubicBezTo>
                <a:lnTo>
                  <a:pt x="68752" y="137504"/>
                </a:lnTo>
                <a:cubicBezTo>
                  <a:pt x="61161" y="137504"/>
                  <a:pt x="55002" y="131345"/>
                  <a:pt x="55002" y="123753"/>
                </a:cubicBezTo>
                <a:lnTo>
                  <a:pt x="55002" y="96253"/>
                </a:lnTo>
                <a:cubicBezTo>
                  <a:pt x="55002" y="94161"/>
                  <a:pt x="55488" y="92156"/>
                  <a:pt x="56319" y="90380"/>
                </a:cubicBezTo>
                <a:lnTo>
                  <a:pt x="36668" y="64168"/>
                </a:lnTo>
                <a:lnTo>
                  <a:pt x="13750" y="64168"/>
                </a:lnTo>
                <a:cubicBezTo>
                  <a:pt x="6159" y="64168"/>
                  <a:pt x="0" y="58009"/>
                  <a:pt x="0" y="50418"/>
                </a:cubicBezTo>
                <a:lnTo>
                  <a:pt x="0" y="2291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155032" y="5885161"/>
            <a:ext cx="5802659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Pipeline y Seguimiento Diario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55032" y="6178502"/>
            <a:ext cx="579349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Revisá todos los días dónde está cada lead. No dejes que se enfríen.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08468" y="1365871"/>
            <a:ext cx="4510123" cy="3281756"/>
          </a:xfrm>
          <a:custGeom>
            <a:avLst/>
            <a:gdLst/>
            <a:ahLst/>
            <a:cxnLst/>
            <a:rect l="l" t="t" r="r" b="b"/>
            <a:pathLst>
              <a:path w="4510123" h="3281756">
                <a:moveTo>
                  <a:pt x="110004" y="0"/>
                </a:moveTo>
                <a:lnTo>
                  <a:pt x="4400119" y="0"/>
                </a:lnTo>
                <a:cubicBezTo>
                  <a:pt x="4460873" y="0"/>
                  <a:pt x="4510123" y="49251"/>
                  <a:pt x="4510123" y="110004"/>
                </a:cubicBezTo>
                <a:lnTo>
                  <a:pt x="4510123" y="3171752"/>
                </a:lnTo>
                <a:cubicBezTo>
                  <a:pt x="4510123" y="3232506"/>
                  <a:pt x="4460873" y="3281756"/>
                  <a:pt x="4400119" y="3281756"/>
                </a:cubicBezTo>
                <a:lnTo>
                  <a:pt x="110004" y="3281756"/>
                </a:lnTo>
                <a:cubicBezTo>
                  <a:pt x="49251" y="3281756"/>
                  <a:pt x="0" y="3232506"/>
                  <a:pt x="0" y="3171752"/>
                </a:cubicBezTo>
                <a:lnTo>
                  <a:pt x="0" y="110004"/>
                </a:lnTo>
                <a:cubicBezTo>
                  <a:pt x="0" y="49251"/>
                  <a:pt x="49251" y="0"/>
                  <a:pt x="110004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30000"/>
                </a:srgbClr>
              </a:gs>
              <a:gs pos="100000">
                <a:srgbClr val="D95B1E">
                  <a:alpha val="10000"/>
                </a:srgbClr>
              </a:gs>
            </a:gsLst>
            <a:lin ang="2700000" scaled="1"/>
          </a:gradFill>
          <a:ln w="25400">
            <a:solidFill>
              <a:srgbClr val="D95B1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41232" y="1521708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124011" y="0"/>
                </a:moveTo>
                <a:lnTo>
                  <a:pt x="316516" y="0"/>
                </a:lnTo>
                <a:cubicBezTo>
                  <a:pt x="339291" y="0"/>
                  <a:pt x="357854" y="18735"/>
                  <a:pt x="356994" y="41423"/>
                </a:cubicBezTo>
                <a:cubicBezTo>
                  <a:pt x="356822" y="45978"/>
                  <a:pt x="356650" y="50533"/>
                  <a:pt x="356393" y="55002"/>
                </a:cubicBezTo>
                <a:lnTo>
                  <a:pt x="399019" y="55002"/>
                </a:lnTo>
                <a:cubicBezTo>
                  <a:pt x="421449" y="55002"/>
                  <a:pt x="441215" y="73565"/>
                  <a:pt x="439496" y="97800"/>
                </a:cubicBezTo>
                <a:cubicBezTo>
                  <a:pt x="433051" y="186919"/>
                  <a:pt x="387503" y="235905"/>
                  <a:pt x="338087" y="261515"/>
                </a:cubicBezTo>
                <a:cubicBezTo>
                  <a:pt x="324509" y="268562"/>
                  <a:pt x="310673" y="273804"/>
                  <a:pt x="297524" y="277672"/>
                </a:cubicBezTo>
                <a:cubicBezTo>
                  <a:pt x="280164" y="302250"/>
                  <a:pt x="262117" y="315227"/>
                  <a:pt x="247765" y="322188"/>
                </a:cubicBezTo>
                <a:lnTo>
                  <a:pt x="247765" y="385011"/>
                </a:lnTo>
                <a:lnTo>
                  <a:pt x="302766" y="385011"/>
                </a:lnTo>
                <a:cubicBezTo>
                  <a:pt x="317977" y="385011"/>
                  <a:pt x="330267" y="397300"/>
                  <a:pt x="330267" y="412511"/>
                </a:cubicBezTo>
                <a:cubicBezTo>
                  <a:pt x="330267" y="427723"/>
                  <a:pt x="317977" y="440012"/>
                  <a:pt x="302766" y="440012"/>
                </a:cubicBezTo>
                <a:lnTo>
                  <a:pt x="137762" y="440012"/>
                </a:lnTo>
                <a:cubicBezTo>
                  <a:pt x="122550" y="440012"/>
                  <a:pt x="110261" y="427723"/>
                  <a:pt x="110261" y="412511"/>
                </a:cubicBezTo>
                <a:cubicBezTo>
                  <a:pt x="110261" y="397300"/>
                  <a:pt x="122550" y="385011"/>
                  <a:pt x="137762" y="385011"/>
                </a:cubicBezTo>
                <a:lnTo>
                  <a:pt x="192763" y="385011"/>
                </a:lnTo>
                <a:lnTo>
                  <a:pt x="192763" y="322188"/>
                </a:lnTo>
                <a:cubicBezTo>
                  <a:pt x="179013" y="315571"/>
                  <a:pt x="161911" y="303282"/>
                  <a:pt x="145238" y="280680"/>
                </a:cubicBezTo>
                <a:cubicBezTo>
                  <a:pt x="129425" y="276554"/>
                  <a:pt x="112237" y="270281"/>
                  <a:pt x="95479" y="260827"/>
                </a:cubicBezTo>
                <a:cubicBezTo>
                  <a:pt x="48986" y="234788"/>
                  <a:pt x="7047" y="185716"/>
                  <a:pt x="1031" y="97628"/>
                </a:cubicBezTo>
                <a:cubicBezTo>
                  <a:pt x="-602" y="73479"/>
                  <a:pt x="19079" y="54916"/>
                  <a:pt x="41509" y="54916"/>
                </a:cubicBezTo>
                <a:lnTo>
                  <a:pt x="84135" y="54916"/>
                </a:lnTo>
                <a:cubicBezTo>
                  <a:pt x="83877" y="50447"/>
                  <a:pt x="83705" y="45978"/>
                  <a:pt x="83534" y="41337"/>
                </a:cubicBezTo>
                <a:cubicBezTo>
                  <a:pt x="82674" y="18563"/>
                  <a:pt x="101237" y="-86"/>
                  <a:pt x="124011" y="-86"/>
                </a:cubicBezTo>
                <a:close/>
                <a:moveTo>
                  <a:pt x="87229" y="96253"/>
                </a:moveTo>
                <a:lnTo>
                  <a:pt x="42196" y="96253"/>
                </a:lnTo>
                <a:cubicBezTo>
                  <a:pt x="47525" y="169044"/>
                  <a:pt x="80955" y="205482"/>
                  <a:pt x="115417" y="224819"/>
                </a:cubicBezTo>
                <a:cubicBezTo>
                  <a:pt x="103042" y="192763"/>
                  <a:pt x="92815" y="150910"/>
                  <a:pt x="87229" y="96253"/>
                </a:cubicBezTo>
                <a:close/>
                <a:moveTo>
                  <a:pt x="326571" y="220694"/>
                </a:moveTo>
                <a:cubicBezTo>
                  <a:pt x="361377" y="200240"/>
                  <a:pt x="392831" y="163887"/>
                  <a:pt x="398159" y="96253"/>
                </a:cubicBezTo>
                <a:lnTo>
                  <a:pt x="353213" y="96253"/>
                </a:lnTo>
                <a:cubicBezTo>
                  <a:pt x="347885" y="148590"/>
                  <a:pt x="338259" y="189240"/>
                  <a:pt x="326571" y="220694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38" name="Text 36"/>
          <p:cNvSpPr/>
          <p:nvPr/>
        </p:nvSpPr>
        <p:spPr>
          <a:xfrm>
            <a:off x="7409304" y="2071723"/>
            <a:ext cx="4308451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2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Score de Éxito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64306" y="2530069"/>
            <a:ext cx="80668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6/6 puntos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001733" y="2511735"/>
            <a:ext cx="751687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00C9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95% éxito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64306" y="2841744"/>
            <a:ext cx="4198448" cy="110003"/>
          </a:xfrm>
          <a:custGeom>
            <a:avLst/>
            <a:gdLst/>
            <a:ahLst/>
            <a:cxnLst/>
            <a:rect l="l" t="t" r="r" b="b"/>
            <a:pathLst>
              <a:path w="4198448" h="110003">
                <a:moveTo>
                  <a:pt x="55002" y="0"/>
                </a:moveTo>
                <a:lnTo>
                  <a:pt x="4143447" y="0"/>
                </a:lnTo>
                <a:cubicBezTo>
                  <a:pt x="4173823" y="0"/>
                  <a:pt x="4198448" y="24625"/>
                  <a:pt x="4198448" y="55002"/>
                </a:cubicBezTo>
                <a:lnTo>
                  <a:pt x="4198448" y="55002"/>
                </a:lnTo>
                <a:cubicBezTo>
                  <a:pt x="4198448" y="85378"/>
                  <a:pt x="4173823" y="110003"/>
                  <a:pt x="4143447" y="110003"/>
                </a:cubicBezTo>
                <a:lnTo>
                  <a:pt x="55002" y="110003"/>
                </a:lnTo>
                <a:cubicBezTo>
                  <a:pt x="24645" y="110003"/>
                  <a:pt x="0" y="85358"/>
                  <a:pt x="0" y="55002"/>
                </a:cubicBezTo>
                <a:lnTo>
                  <a:pt x="0" y="55002"/>
                </a:lnTo>
                <a:cubicBezTo>
                  <a:pt x="0" y="24645"/>
                  <a:pt x="24645" y="0"/>
                  <a:pt x="55002" y="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2" name="Shape 40"/>
          <p:cNvSpPr/>
          <p:nvPr/>
        </p:nvSpPr>
        <p:spPr>
          <a:xfrm>
            <a:off x="7464306" y="2841744"/>
            <a:ext cx="3987609" cy="110003"/>
          </a:xfrm>
          <a:custGeom>
            <a:avLst/>
            <a:gdLst/>
            <a:ahLst/>
            <a:cxnLst/>
            <a:rect l="l" t="t" r="r" b="b"/>
            <a:pathLst>
              <a:path w="3987609" h="110003">
                <a:moveTo>
                  <a:pt x="55002" y="0"/>
                </a:moveTo>
                <a:lnTo>
                  <a:pt x="3932608" y="0"/>
                </a:lnTo>
                <a:cubicBezTo>
                  <a:pt x="3962984" y="0"/>
                  <a:pt x="3987609" y="24625"/>
                  <a:pt x="3987609" y="55002"/>
                </a:cubicBezTo>
                <a:lnTo>
                  <a:pt x="3987609" y="55002"/>
                </a:lnTo>
                <a:cubicBezTo>
                  <a:pt x="3987609" y="85378"/>
                  <a:pt x="3962984" y="110003"/>
                  <a:pt x="3932608" y="110003"/>
                </a:cubicBezTo>
                <a:lnTo>
                  <a:pt x="55002" y="110003"/>
                </a:lnTo>
                <a:cubicBezTo>
                  <a:pt x="24645" y="110003"/>
                  <a:pt x="0" y="85358"/>
                  <a:pt x="0" y="55002"/>
                </a:cubicBezTo>
                <a:lnTo>
                  <a:pt x="0" y="55002"/>
                </a:lnTo>
                <a:cubicBezTo>
                  <a:pt x="0" y="24645"/>
                  <a:pt x="24645" y="0"/>
                  <a:pt x="55002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3" name="Text 41"/>
          <p:cNvSpPr/>
          <p:nvPr/>
        </p:nvSpPr>
        <p:spPr>
          <a:xfrm>
            <a:off x="7464306" y="3043417"/>
            <a:ext cx="80668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5/6 puntos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006889" y="3025083"/>
            <a:ext cx="742520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F0B10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70% éxito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64306" y="3355092"/>
            <a:ext cx="4198448" cy="110003"/>
          </a:xfrm>
          <a:custGeom>
            <a:avLst/>
            <a:gdLst/>
            <a:ahLst/>
            <a:cxnLst/>
            <a:rect l="l" t="t" r="r" b="b"/>
            <a:pathLst>
              <a:path w="4198448" h="110003">
                <a:moveTo>
                  <a:pt x="55002" y="0"/>
                </a:moveTo>
                <a:lnTo>
                  <a:pt x="4143447" y="0"/>
                </a:lnTo>
                <a:cubicBezTo>
                  <a:pt x="4173823" y="0"/>
                  <a:pt x="4198448" y="24625"/>
                  <a:pt x="4198448" y="55002"/>
                </a:cubicBezTo>
                <a:lnTo>
                  <a:pt x="4198448" y="55002"/>
                </a:lnTo>
                <a:cubicBezTo>
                  <a:pt x="4198448" y="85378"/>
                  <a:pt x="4173823" y="110003"/>
                  <a:pt x="4143447" y="110003"/>
                </a:cubicBezTo>
                <a:lnTo>
                  <a:pt x="55002" y="110003"/>
                </a:lnTo>
                <a:cubicBezTo>
                  <a:pt x="24645" y="110003"/>
                  <a:pt x="0" y="85358"/>
                  <a:pt x="0" y="55002"/>
                </a:cubicBezTo>
                <a:lnTo>
                  <a:pt x="0" y="55002"/>
                </a:lnTo>
                <a:cubicBezTo>
                  <a:pt x="0" y="24645"/>
                  <a:pt x="24645" y="0"/>
                  <a:pt x="55002" y="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6" name="Shape 44"/>
          <p:cNvSpPr/>
          <p:nvPr/>
        </p:nvSpPr>
        <p:spPr>
          <a:xfrm>
            <a:off x="7464306" y="3355092"/>
            <a:ext cx="2933414" cy="110003"/>
          </a:xfrm>
          <a:custGeom>
            <a:avLst/>
            <a:gdLst/>
            <a:ahLst/>
            <a:cxnLst/>
            <a:rect l="l" t="t" r="r" b="b"/>
            <a:pathLst>
              <a:path w="2933414" h="110003">
                <a:moveTo>
                  <a:pt x="55002" y="0"/>
                </a:moveTo>
                <a:lnTo>
                  <a:pt x="2878412" y="0"/>
                </a:lnTo>
                <a:cubicBezTo>
                  <a:pt x="2908789" y="0"/>
                  <a:pt x="2933414" y="24625"/>
                  <a:pt x="2933414" y="55002"/>
                </a:cubicBezTo>
                <a:lnTo>
                  <a:pt x="2933414" y="55002"/>
                </a:lnTo>
                <a:cubicBezTo>
                  <a:pt x="2933414" y="85378"/>
                  <a:pt x="2908789" y="110003"/>
                  <a:pt x="2878412" y="110003"/>
                </a:cubicBezTo>
                <a:lnTo>
                  <a:pt x="55002" y="110003"/>
                </a:lnTo>
                <a:cubicBezTo>
                  <a:pt x="24645" y="110003"/>
                  <a:pt x="0" y="85358"/>
                  <a:pt x="0" y="55002"/>
                </a:cubicBezTo>
                <a:lnTo>
                  <a:pt x="0" y="55002"/>
                </a:lnTo>
                <a:cubicBezTo>
                  <a:pt x="0" y="24645"/>
                  <a:pt x="24645" y="0"/>
                  <a:pt x="55002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47" name="Text 45"/>
          <p:cNvSpPr/>
          <p:nvPr/>
        </p:nvSpPr>
        <p:spPr>
          <a:xfrm>
            <a:off x="7464306" y="3556764"/>
            <a:ext cx="80668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4/6 puntos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007462" y="3538430"/>
            <a:ext cx="742520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FF690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45% éxito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464306" y="3868439"/>
            <a:ext cx="4198448" cy="110003"/>
          </a:xfrm>
          <a:custGeom>
            <a:avLst/>
            <a:gdLst/>
            <a:ahLst/>
            <a:cxnLst/>
            <a:rect l="l" t="t" r="r" b="b"/>
            <a:pathLst>
              <a:path w="4198448" h="110003">
                <a:moveTo>
                  <a:pt x="55002" y="0"/>
                </a:moveTo>
                <a:lnTo>
                  <a:pt x="4143447" y="0"/>
                </a:lnTo>
                <a:cubicBezTo>
                  <a:pt x="4173823" y="0"/>
                  <a:pt x="4198448" y="24625"/>
                  <a:pt x="4198448" y="55002"/>
                </a:cubicBezTo>
                <a:lnTo>
                  <a:pt x="4198448" y="55002"/>
                </a:lnTo>
                <a:cubicBezTo>
                  <a:pt x="4198448" y="85378"/>
                  <a:pt x="4173823" y="110003"/>
                  <a:pt x="4143447" y="110003"/>
                </a:cubicBezTo>
                <a:lnTo>
                  <a:pt x="55002" y="110003"/>
                </a:lnTo>
                <a:cubicBezTo>
                  <a:pt x="24645" y="110003"/>
                  <a:pt x="0" y="85358"/>
                  <a:pt x="0" y="55002"/>
                </a:cubicBezTo>
                <a:lnTo>
                  <a:pt x="0" y="55002"/>
                </a:lnTo>
                <a:cubicBezTo>
                  <a:pt x="0" y="24645"/>
                  <a:pt x="24645" y="0"/>
                  <a:pt x="55002" y="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50" name="Shape 48"/>
          <p:cNvSpPr/>
          <p:nvPr/>
        </p:nvSpPr>
        <p:spPr>
          <a:xfrm>
            <a:off x="7464306" y="3868439"/>
            <a:ext cx="1888385" cy="110003"/>
          </a:xfrm>
          <a:custGeom>
            <a:avLst/>
            <a:gdLst/>
            <a:ahLst/>
            <a:cxnLst/>
            <a:rect l="l" t="t" r="r" b="b"/>
            <a:pathLst>
              <a:path w="1888385" h="110003">
                <a:moveTo>
                  <a:pt x="55002" y="0"/>
                </a:moveTo>
                <a:lnTo>
                  <a:pt x="1833383" y="0"/>
                </a:lnTo>
                <a:cubicBezTo>
                  <a:pt x="1863760" y="0"/>
                  <a:pt x="1888385" y="24625"/>
                  <a:pt x="1888385" y="55002"/>
                </a:cubicBezTo>
                <a:lnTo>
                  <a:pt x="1888385" y="55002"/>
                </a:lnTo>
                <a:cubicBezTo>
                  <a:pt x="1888385" y="85378"/>
                  <a:pt x="1863760" y="110003"/>
                  <a:pt x="1833383" y="110003"/>
                </a:cubicBezTo>
                <a:lnTo>
                  <a:pt x="55002" y="110003"/>
                </a:lnTo>
                <a:cubicBezTo>
                  <a:pt x="24645" y="110003"/>
                  <a:pt x="0" y="85358"/>
                  <a:pt x="0" y="55002"/>
                </a:cubicBezTo>
                <a:lnTo>
                  <a:pt x="0" y="55002"/>
                </a:lnTo>
                <a:cubicBezTo>
                  <a:pt x="0" y="24645"/>
                  <a:pt x="24645" y="0"/>
                  <a:pt x="55002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51" name="Text 49"/>
          <p:cNvSpPr/>
          <p:nvPr/>
        </p:nvSpPr>
        <p:spPr>
          <a:xfrm>
            <a:off x="7464306" y="4070111"/>
            <a:ext cx="79752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 4 puntos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890441" y="4051777"/>
            <a:ext cx="861690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FB2C3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&lt; 20% éxito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464306" y="4381786"/>
            <a:ext cx="4198448" cy="110003"/>
          </a:xfrm>
          <a:custGeom>
            <a:avLst/>
            <a:gdLst/>
            <a:ahLst/>
            <a:cxnLst/>
            <a:rect l="l" t="t" r="r" b="b"/>
            <a:pathLst>
              <a:path w="4198448" h="110003">
                <a:moveTo>
                  <a:pt x="55002" y="0"/>
                </a:moveTo>
                <a:lnTo>
                  <a:pt x="4143447" y="0"/>
                </a:lnTo>
                <a:cubicBezTo>
                  <a:pt x="4173823" y="0"/>
                  <a:pt x="4198448" y="24625"/>
                  <a:pt x="4198448" y="55002"/>
                </a:cubicBezTo>
                <a:lnTo>
                  <a:pt x="4198448" y="55002"/>
                </a:lnTo>
                <a:cubicBezTo>
                  <a:pt x="4198448" y="85378"/>
                  <a:pt x="4173823" y="110003"/>
                  <a:pt x="4143447" y="110003"/>
                </a:cubicBezTo>
                <a:lnTo>
                  <a:pt x="55002" y="110003"/>
                </a:lnTo>
                <a:cubicBezTo>
                  <a:pt x="24645" y="110003"/>
                  <a:pt x="0" y="85358"/>
                  <a:pt x="0" y="55002"/>
                </a:cubicBezTo>
                <a:lnTo>
                  <a:pt x="0" y="55002"/>
                </a:lnTo>
                <a:cubicBezTo>
                  <a:pt x="0" y="24645"/>
                  <a:pt x="24645" y="0"/>
                  <a:pt x="55002" y="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54" name="Shape 52"/>
          <p:cNvSpPr/>
          <p:nvPr/>
        </p:nvSpPr>
        <p:spPr>
          <a:xfrm>
            <a:off x="7464306" y="4381786"/>
            <a:ext cx="843356" cy="110003"/>
          </a:xfrm>
          <a:custGeom>
            <a:avLst/>
            <a:gdLst/>
            <a:ahLst/>
            <a:cxnLst/>
            <a:rect l="l" t="t" r="r" b="b"/>
            <a:pathLst>
              <a:path w="843356" h="110003">
                <a:moveTo>
                  <a:pt x="55002" y="0"/>
                </a:moveTo>
                <a:lnTo>
                  <a:pt x="788355" y="0"/>
                </a:lnTo>
                <a:cubicBezTo>
                  <a:pt x="818731" y="0"/>
                  <a:pt x="843356" y="24625"/>
                  <a:pt x="843356" y="55002"/>
                </a:cubicBezTo>
                <a:lnTo>
                  <a:pt x="843356" y="55002"/>
                </a:lnTo>
                <a:cubicBezTo>
                  <a:pt x="843356" y="85378"/>
                  <a:pt x="818731" y="110003"/>
                  <a:pt x="788355" y="110003"/>
                </a:cubicBezTo>
                <a:lnTo>
                  <a:pt x="55002" y="110003"/>
                </a:lnTo>
                <a:cubicBezTo>
                  <a:pt x="24645" y="110003"/>
                  <a:pt x="0" y="85358"/>
                  <a:pt x="0" y="55002"/>
                </a:cubicBezTo>
                <a:lnTo>
                  <a:pt x="0" y="55002"/>
                </a:lnTo>
                <a:cubicBezTo>
                  <a:pt x="0" y="24645"/>
                  <a:pt x="24645" y="0"/>
                  <a:pt x="55002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55" name="Shape 53"/>
          <p:cNvSpPr/>
          <p:nvPr/>
        </p:nvSpPr>
        <p:spPr>
          <a:xfrm>
            <a:off x="7308468" y="4775964"/>
            <a:ext cx="4510123" cy="2071723"/>
          </a:xfrm>
          <a:custGeom>
            <a:avLst/>
            <a:gdLst/>
            <a:ahLst/>
            <a:cxnLst/>
            <a:rect l="l" t="t" r="r" b="b"/>
            <a:pathLst>
              <a:path w="4510123" h="2071723">
                <a:moveTo>
                  <a:pt x="110009" y="0"/>
                </a:moveTo>
                <a:lnTo>
                  <a:pt x="4400115" y="0"/>
                </a:lnTo>
                <a:cubicBezTo>
                  <a:pt x="4460871" y="0"/>
                  <a:pt x="4510123" y="49252"/>
                  <a:pt x="4510123" y="110009"/>
                </a:cubicBezTo>
                <a:lnTo>
                  <a:pt x="4510123" y="1961715"/>
                </a:lnTo>
                <a:cubicBezTo>
                  <a:pt x="4510123" y="2022471"/>
                  <a:pt x="4460871" y="2071723"/>
                  <a:pt x="4400115" y="2071723"/>
                </a:cubicBezTo>
                <a:lnTo>
                  <a:pt x="110009" y="2071723"/>
                </a:lnTo>
                <a:cubicBezTo>
                  <a:pt x="49252" y="2071723"/>
                  <a:pt x="0" y="2022471"/>
                  <a:pt x="0" y="1961715"/>
                </a:cubicBezTo>
                <a:lnTo>
                  <a:pt x="0" y="110009"/>
                </a:lnTo>
                <a:cubicBezTo>
                  <a:pt x="0" y="49293"/>
                  <a:pt x="49293" y="0"/>
                  <a:pt x="110009" y="0"/>
                </a:cubicBezTo>
                <a:close/>
              </a:path>
            </a:pathLst>
          </a:custGeom>
          <a:solidFill>
            <a:srgbClr val="1A1A1A"/>
          </a:solidFill>
          <a:ln w="254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87223" y="4968469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91669" y="183338"/>
                </a:moveTo>
                <a:cubicBezTo>
                  <a:pt x="142263" y="183338"/>
                  <a:pt x="183338" y="142263"/>
                  <a:pt x="183338" y="91669"/>
                </a:cubicBezTo>
                <a:cubicBezTo>
                  <a:pt x="183338" y="41076"/>
                  <a:pt x="142263" y="0"/>
                  <a:pt x="91669" y="0"/>
                </a:cubicBezTo>
                <a:cubicBezTo>
                  <a:pt x="41076" y="0"/>
                  <a:pt x="0" y="41076"/>
                  <a:pt x="0" y="91669"/>
                </a:cubicBezTo>
                <a:cubicBezTo>
                  <a:pt x="0" y="142263"/>
                  <a:pt x="41076" y="183338"/>
                  <a:pt x="91669" y="183338"/>
                </a:cubicBezTo>
                <a:close/>
                <a:moveTo>
                  <a:pt x="91669" y="48699"/>
                </a:moveTo>
                <a:cubicBezTo>
                  <a:pt x="96432" y="48699"/>
                  <a:pt x="100263" y="52531"/>
                  <a:pt x="100263" y="57293"/>
                </a:cubicBezTo>
                <a:lnTo>
                  <a:pt x="100263" y="97398"/>
                </a:lnTo>
                <a:cubicBezTo>
                  <a:pt x="100263" y="102161"/>
                  <a:pt x="96432" y="105992"/>
                  <a:pt x="91669" y="105992"/>
                </a:cubicBezTo>
                <a:cubicBezTo>
                  <a:pt x="86907" y="105992"/>
                  <a:pt x="83075" y="102161"/>
                  <a:pt x="83075" y="97398"/>
                </a:cubicBezTo>
                <a:lnTo>
                  <a:pt x="83075" y="57293"/>
                </a:lnTo>
                <a:cubicBezTo>
                  <a:pt x="83075" y="52531"/>
                  <a:pt x="86907" y="48699"/>
                  <a:pt x="91669" y="48699"/>
                </a:cubicBezTo>
                <a:close/>
                <a:moveTo>
                  <a:pt x="82108" y="126045"/>
                </a:moveTo>
                <a:cubicBezTo>
                  <a:pt x="81891" y="122496"/>
                  <a:pt x="83661" y="119120"/>
                  <a:pt x="86703" y="117280"/>
                </a:cubicBezTo>
                <a:cubicBezTo>
                  <a:pt x="89745" y="115439"/>
                  <a:pt x="93557" y="115439"/>
                  <a:pt x="96600" y="117280"/>
                </a:cubicBezTo>
                <a:cubicBezTo>
                  <a:pt x="99642" y="119120"/>
                  <a:pt x="101412" y="122496"/>
                  <a:pt x="101194" y="126045"/>
                </a:cubicBezTo>
                <a:cubicBezTo>
                  <a:pt x="101412" y="129594"/>
                  <a:pt x="99642" y="132970"/>
                  <a:pt x="96600" y="134811"/>
                </a:cubicBezTo>
                <a:cubicBezTo>
                  <a:pt x="93557" y="136651"/>
                  <a:pt x="89745" y="136651"/>
                  <a:pt x="86703" y="134811"/>
                </a:cubicBezTo>
                <a:cubicBezTo>
                  <a:pt x="83661" y="132970"/>
                  <a:pt x="81891" y="129594"/>
                  <a:pt x="82108" y="126045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57" name="Text 55"/>
          <p:cNvSpPr/>
          <p:nvPr/>
        </p:nvSpPr>
        <p:spPr>
          <a:xfrm>
            <a:off x="7693479" y="4931802"/>
            <a:ext cx="4060944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Errores Comunes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500973" y="5335146"/>
            <a:ext cx="110003" cy="146671"/>
          </a:xfrm>
          <a:custGeom>
            <a:avLst/>
            <a:gdLst/>
            <a:ahLst/>
            <a:cxnLst/>
            <a:rect l="l" t="t" r="r" b="b"/>
            <a:pathLst>
              <a:path w="110003" h="146671">
                <a:moveTo>
                  <a:pt x="15784" y="21027"/>
                </a:moveTo>
                <a:cubicBezTo>
                  <a:pt x="12203" y="17446"/>
                  <a:pt x="6388" y="17446"/>
                  <a:pt x="2807" y="21027"/>
                </a:cubicBezTo>
                <a:cubicBezTo>
                  <a:pt x="-773" y="24607"/>
                  <a:pt x="-773" y="30423"/>
                  <a:pt x="2807" y="34004"/>
                </a:cubicBezTo>
                <a:lnTo>
                  <a:pt x="42168" y="73335"/>
                </a:lnTo>
                <a:lnTo>
                  <a:pt x="2836" y="112696"/>
                </a:lnTo>
                <a:cubicBezTo>
                  <a:pt x="-745" y="116277"/>
                  <a:pt x="-745" y="122092"/>
                  <a:pt x="2836" y="125673"/>
                </a:cubicBezTo>
                <a:cubicBezTo>
                  <a:pt x="6417" y="129254"/>
                  <a:pt x="12232" y="129254"/>
                  <a:pt x="15813" y="125673"/>
                </a:cubicBezTo>
                <a:lnTo>
                  <a:pt x="55145" y="86312"/>
                </a:lnTo>
                <a:lnTo>
                  <a:pt x="94505" y="125644"/>
                </a:lnTo>
                <a:cubicBezTo>
                  <a:pt x="98086" y="129225"/>
                  <a:pt x="103901" y="129225"/>
                  <a:pt x="107482" y="125644"/>
                </a:cubicBezTo>
                <a:cubicBezTo>
                  <a:pt x="111063" y="122063"/>
                  <a:pt x="111063" y="116248"/>
                  <a:pt x="107482" y="112667"/>
                </a:cubicBezTo>
                <a:lnTo>
                  <a:pt x="68122" y="73335"/>
                </a:lnTo>
                <a:lnTo>
                  <a:pt x="107453" y="33975"/>
                </a:lnTo>
                <a:cubicBezTo>
                  <a:pt x="111034" y="30394"/>
                  <a:pt x="111034" y="24579"/>
                  <a:pt x="107453" y="20998"/>
                </a:cubicBezTo>
                <a:cubicBezTo>
                  <a:pt x="103873" y="17417"/>
                  <a:pt x="98057" y="17417"/>
                  <a:pt x="94477" y="20998"/>
                </a:cubicBezTo>
                <a:lnTo>
                  <a:pt x="55145" y="60358"/>
                </a:lnTo>
                <a:lnTo>
                  <a:pt x="15784" y="21027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59" name="Text 57"/>
          <p:cNvSpPr/>
          <p:nvPr/>
        </p:nvSpPr>
        <p:spPr>
          <a:xfrm>
            <a:off x="7720979" y="5298478"/>
            <a:ext cx="239256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Querer que el video sea "perfecto"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500973" y="5628487"/>
            <a:ext cx="110003" cy="146671"/>
          </a:xfrm>
          <a:custGeom>
            <a:avLst/>
            <a:gdLst/>
            <a:ahLst/>
            <a:cxnLst/>
            <a:rect l="l" t="t" r="r" b="b"/>
            <a:pathLst>
              <a:path w="110003" h="146671">
                <a:moveTo>
                  <a:pt x="15784" y="21027"/>
                </a:moveTo>
                <a:cubicBezTo>
                  <a:pt x="12203" y="17446"/>
                  <a:pt x="6388" y="17446"/>
                  <a:pt x="2807" y="21027"/>
                </a:cubicBezTo>
                <a:cubicBezTo>
                  <a:pt x="-773" y="24607"/>
                  <a:pt x="-773" y="30423"/>
                  <a:pt x="2807" y="34004"/>
                </a:cubicBezTo>
                <a:lnTo>
                  <a:pt x="42168" y="73335"/>
                </a:lnTo>
                <a:lnTo>
                  <a:pt x="2836" y="112696"/>
                </a:lnTo>
                <a:cubicBezTo>
                  <a:pt x="-745" y="116277"/>
                  <a:pt x="-745" y="122092"/>
                  <a:pt x="2836" y="125673"/>
                </a:cubicBezTo>
                <a:cubicBezTo>
                  <a:pt x="6417" y="129254"/>
                  <a:pt x="12232" y="129254"/>
                  <a:pt x="15813" y="125673"/>
                </a:cubicBezTo>
                <a:lnTo>
                  <a:pt x="55145" y="86312"/>
                </a:lnTo>
                <a:lnTo>
                  <a:pt x="94505" y="125644"/>
                </a:lnTo>
                <a:cubicBezTo>
                  <a:pt x="98086" y="129225"/>
                  <a:pt x="103901" y="129225"/>
                  <a:pt x="107482" y="125644"/>
                </a:cubicBezTo>
                <a:cubicBezTo>
                  <a:pt x="111063" y="122063"/>
                  <a:pt x="111063" y="116248"/>
                  <a:pt x="107482" y="112667"/>
                </a:cubicBezTo>
                <a:lnTo>
                  <a:pt x="68122" y="73335"/>
                </a:lnTo>
                <a:lnTo>
                  <a:pt x="107453" y="33975"/>
                </a:lnTo>
                <a:cubicBezTo>
                  <a:pt x="111034" y="30394"/>
                  <a:pt x="111034" y="24579"/>
                  <a:pt x="107453" y="20998"/>
                </a:cubicBezTo>
                <a:cubicBezTo>
                  <a:pt x="103873" y="17417"/>
                  <a:pt x="98057" y="17417"/>
                  <a:pt x="94477" y="20998"/>
                </a:cubicBezTo>
                <a:lnTo>
                  <a:pt x="55145" y="60358"/>
                </a:lnTo>
                <a:lnTo>
                  <a:pt x="15784" y="21027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61" name="Text 59"/>
          <p:cNvSpPr/>
          <p:nvPr/>
        </p:nvSpPr>
        <p:spPr>
          <a:xfrm>
            <a:off x="7720979" y="5591820"/>
            <a:ext cx="1815050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Publicar 1 vez por semana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500973" y="5921829"/>
            <a:ext cx="110003" cy="146671"/>
          </a:xfrm>
          <a:custGeom>
            <a:avLst/>
            <a:gdLst/>
            <a:ahLst/>
            <a:cxnLst/>
            <a:rect l="l" t="t" r="r" b="b"/>
            <a:pathLst>
              <a:path w="110003" h="146671">
                <a:moveTo>
                  <a:pt x="15784" y="21027"/>
                </a:moveTo>
                <a:cubicBezTo>
                  <a:pt x="12203" y="17446"/>
                  <a:pt x="6388" y="17446"/>
                  <a:pt x="2807" y="21027"/>
                </a:cubicBezTo>
                <a:cubicBezTo>
                  <a:pt x="-773" y="24607"/>
                  <a:pt x="-773" y="30423"/>
                  <a:pt x="2807" y="34004"/>
                </a:cubicBezTo>
                <a:lnTo>
                  <a:pt x="42168" y="73335"/>
                </a:lnTo>
                <a:lnTo>
                  <a:pt x="2836" y="112696"/>
                </a:lnTo>
                <a:cubicBezTo>
                  <a:pt x="-745" y="116277"/>
                  <a:pt x="-745" y="122092"/>
                  <a:pt x="2836" y="125673"/>
                </a:cubicBezTo>
                <a:cubicBezTo>
                  <a:pt x="6417" y="129254"/>
                  <a:pt x="12232" y="129254"/>
                  <a:pt x="15813" y="125673"/>
                </a:cubicBezTo>
                <a:lnTo>
                  <a:pt x="55145" y="86312"/>
                </a:lnTo>
                <a:lnTo>
                  <a:pt x="94505" y="125644"/>
                </a:lnTo>
                <a:cubicBezTo>
                  <a:pt x="98086" y="129225"/>
                  <a:pt x="103901" y="129225"/>
                  <a:pt x="107482" y="125644"/>
                </a:cubicBezTo>
                <a:cubicBezTo>
                  <a:pt x="111063" y="122063"/>
                  <a:pt x="111063" y="116248"/>
                  <a:pt x="107482" y="112667"/>
                </a:cubicBezTo>
                <a:lnTo>
                  <a:pt x="68122" y="73335"/>
                </a:lnTo>
                <a:lnTo>
                  <a:pt x="107453" y="33975"/>
                </a:lnTo>
                <a:cubicBezTo>
                  <a:pt x="111034" y="30394"/>
                  <a:pt x="111034" y="24579"/>
                  <a:pt x="107453" y="20998"/>
                </a:cubicBezTo>
                <a:cubicBezTo>
                  <a:pt x="103873" y="17417"/>
                  <a:pt x="98057" y="17417"/>
                  <a:pt x="94477" y="20998"/>
                </a:cubicBezTo>
                <a:lnTo>
                  <a:pt x="55145" y="60358"/>
                </a:lnTo>
                <a:lnTo>
                  <a:pt x="15784" y="21027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63" name="Text 61"/>
          <p:cNvSpPr/>
          <p:nvPr/>
        </p:nvSpPr>
        <p:spPr>
          <a:xfrm>
            <a:off x="7720979" y="5885161"/>
            <a:ext cx="190671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Responder leads al otro día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500973" y="6215170"/>
            <a:ext cx="110003" cy="146671"/>
          </a:xfrm>
          <a:custGeom>
            <a:avLst/>
            <a:gdLst/>
            <a:ahLst/>
            <a:cxnLst/>
            <a:rect l="l" t="t" r="r" b="b"/>
            <a:pathLst>
              <a:path w="110003" h="146671">
                <a:moveTo>
                  <a:pt x="15784" y="21027"/>
                </a:moveTo>
                <a:cubicBezTo>
                  <a:pt x="12203" y="17446"/>
                  <a:pt x="6388" y="17446"/>
                  <a:pt x="2807" y="21027"/>
                </a:cubicBezTo>
                <a:cubicBezTo>
                  <a:pt x="-773" y="24607"/>
                  <a:pt x="-773" y="30423"/>
                  <a:pt x="2807" y="34004"/>
                </a:cubicBezTo>
                <a:lnTo>
                  <a:pt x="42168" y="73335"/>
                </a:lnTo>
                <a:lnTo>
                  <a:pt x="2836" y="112696"/>
                </a:lnTo>
                <a:cubicBezTo>
                  <a:pt x="-745" y="116277"/>
                  <a:pt x="-745" y="122092"/>
                  <a:pt x="2836" y="125673"/>
                </a:cubicBezTo>
                <a:cubicBezTo>
                  <a:pt x="6417" y="129254"/>
                  <a:pt x="12232" y="129254"/>
                  <a:pt x="15813" y="125673"/>
                </a:cubicBezTo>
                <a:lnTo>
                  <a:pt x="55145" y="86312"/>
                </a:lnTo>
                <a:lnTo>
                  <a:pt x="94505" y="125644"/>
                </a:lnTo>
                <a:cubicBezTo>
                  <a:pt x="98086" y="129225"/>
                  <a:pt x="103901" y="129225"/>
                  <a:pt x="107482" y="125644"/>
                </a:cubicBezTo>
                <a:cubicBezTo>
                  <a:pt x="111063" y="122063"/>
                  <a:pt x="111063" y="116248"/>
                  <a:pt x="107482" y="112667"/>
                </a:cubicBezTo>
                <a:lnTo>
                  <a:pt x="68122" y="73335"/>
                </a:lnTo>
                <a:lnTo>
                  <a:pt x="107453" y="33975"/>
                </a:lnTo>
                <a:cubicBezTo>
                  <a:pt x="111034" y="30394"/>
                  <a:pt x="111034" y="24579"/>
                  <a:pt x="107453" y="20998"/>
                </a:cubicBezTo>
                <a:cubicBezTo>
                  <a:pt x="103873" y="17417"/>
                  <a:pt x="98057" y="17417"/>
                  <a:pt x="94477" y="20998"/>
                </a:cubicBezTo>
                <a:lnTo>
                  <a:pt x="55145" y="60358"/>
                </a:lnTo>
                <a:lnTo>
                  <a:pt x="15784" y="21027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65" name="Text 63"/>
          <p:cNvSpPr/>
          <p:nvPr/>
        </p:nvSpPr>
        <p:spPr>
          <a:xfrm>
            <a:off x="7720979" y="6178502"/>
            <a:ext cx="2310063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tener pipeline de seguimiento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500973" y="6508511"/>
            <a:ext cx="110003" cy="146671"/>
          </a:xfrm>
          <a:custGeom>
            <a:avLst/>
            <a:gdLst/>
            <a:ahLst/>
            <a:cxnLst/>
            <a:rect l="l" t="t" r="r" b="b"/>
            <a:pathLst>
              <a:path w="110003" h="146671">
                <a:moveTo>
                  <a:pt x="15784" y="21027"/>
                </a:moveTo>
                <a:cubicBezTo>
                  <a:pt x="12203" y="17446"/>
                  <a:pt x="6388" y="17446"/>
                  <a:pt x="2807" y="21027"/>
                </a:cubicBezTo>
                <a:cubicBezTo>
                  <a:pt x="-773" y="24607"/>
                  <a:pt x="-773" y="30423"/>
                  <a:pt x="2807" y="34004"/>
                </a:cubicBezTo>
                <a:lnTo>
                  <a:pt x="42168" y="73335"/>
                </a:lnTo>
                <a:lnTo>
                  <a:pt x="2836" y="112696"/>
                </a:lnTo>
                <a:cubicBezTo>
                  <a:pt x="-745" y="116277"/>
                  <a:pt x="-745" y="122092"/>
                  <a:pt x="2836" y="125673"/>
                </a:cubicBezTo>
                <a:cubicBezTo>
                  <a:pt x="6417" y="129254"/>
                  <a:pt x="12232" y="129254"/>
                  <a:pt x="15813" y="125673"/>
                </a:cubicBezTo>
                <a:lnTo>
                  <a:pt x="55145" y="86312"/>
                </a:lnTo>
                <a:lnTo>
                  <a:pt x="94505" y="125644"/>
                </a:lnTo>
                <a:cubicBezTo>
                  <a:pt x="98086" y="129225"/>
                  <a:pt x="103901" y="129225"/>
                  <a:pt x="107482" y="125644"/>
                </a:cubicBezTo>
                <a:cubicBezTo>
                  <a:pt x="111063" y="122063"/>
                  <a:pt x="111063" y="116248"/>
                  <a:pt x="107482" y="112667"/>
                </a:cubicBezTo>
                <a:lnTo>
                  <a:pt x="68122" y="73335"/>
                </a:lnTo>
                <a:lnTo>
                  <a:pt x="107453" y="33975"/>
                </a:lnTo>
                <a:cubicBezTo>
                  <a:pt x="111034" y="30394"/>
                  <a:pt x="111034" y="24579"/>
                  <a:pt x="107453" y="20998"/>
                </a:cubicBezTo>
                <a:cubicBezTo>
                  <a:pt x="103873" y="17417"/>
                  <a:pt x="98057" y="17417"/>
                  <a:pt x="94477" y="20998"/>
                </a:cubicBezTo>
                <a:lnTo>
                  <a:pt x="55145" y="60358"/>
                </a:lnTo>
                <a:lnTo>
                  <a:pt x="15784" y="21027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67" name="Text 65"/>
          <p:cNvSpPr/>
          <p:nvPr/>
        </p:nvSpPr>
        <p:spPr>
          <a:xfrm>
            <a:off x="7720979" y="6471844"/>
            <a:ext cx="2704241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Invertir en publi sin contenido orgánico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quarespace-cdn.com/6fed162e06f9802eeff816926c23fce1fb402f8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34" b="783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1A"/>
              </a:gs>
              <a:gs pos="50000">
                <a:srgbClr val="1A1A1A">
                  <a:alpha val="95000"/>
                </a:srgbClr>
              </a:gs>
              <a:gs pos="100000">
                <a:srgbClr val="1A1A1A">
                  <a:alpha val="8000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810250" y="56197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142875" y="357188"/>
                </a:moveTo>
                <a:lnTo>
                  <a:pt x="27347" y="357188"/>
                </a:lnTo>
                <a:cubicBezTo>
                  <a:pt x="-446" y="357188"/>
                  <a:pt x="-17525" y="326938"/>
                  <a:pt x="-3237" y="303051"/>
                </a:cubicBezTo>
                <a:lnTo>
                  <a:pt x="55811" y="204601"/>
                </a:lnTo>
                <a:cubicBezTo>
                  <a:pt x="65522" y="188416"/>
                  <a:pt x="82934" y="178594"/>
                  <a:pt x="101798" y="178594"/>
                </a:cubicBezTo>
                <a:lnTo>
                  <a:pt x="207838" y="178594"/>
                </a:lnTo>
                <a:cubicBezTo>
                  <a:pt x="292782" y="34714"/>
                  <a:pt x="419472" y="27459"/>
                  <a:pt x="504192" y="39849"/>
                </a:cubicBezTo>
                <a:cubicBezTo>
                  <a:pt x="518480" y="41970"/>
                  <a:pt x="529642" y="53132"/>
                  <a:pt x="531651" y="67308"/>
                </a:cubicBezTo>
                <a:cubicBezTo>
                  <a:pt x="544041" y="152028"/>
                  <a:pt x="536786" y="278718"/>
                  <a:pt x="392906" y="363662"/>
                </a:cubicBezTo>
                <a:lnTo>
                  <a:pt x="392906" y="469702"/>
                </a:lnTo>
                <a:cubicBezTo>
                  <a:pt x="392906" y="488566"/>
                  <a:pt x="383084" y="505978"/>
                  <a:pt x="366899" y="515689"/>
                </a:cubicBezTo>
                <a:lnTo>
                  <a:pt x="268449" y="574737"/>
                </a:lnTo>
                <a:cubicBezTo>
                  <a:pt x="244673" y="589025"/>
                  <a:pt x="214313" y="571835"/>
                  <a:pt x="214313" y="544153"/>
                </a:cubicBezTo>
                <a:lnTo>
                  <a:pt x="214313" y="428625"/>
                </a:lnTo>
                <a:cubicBezTo>
                  <a:pt x="214313" y="389223"/>
                  <a:pt x="182277" y="357188"/>
                  <a:pt x="142875" y="357188"/>
                </a:cubicBezTo>
                <a:lnTo>
                  <a:pt x="142763" y="357188"/>
                </a:lnTo>
                <a:close/>
                <a:moveTo>
                  <a:pt x="446484" y="178594"/>
                </a:moveTo>
                <a:cubicBezTo>
                  <a:pt x="446484" y="149023"/>
                  <a:pt x="422477" y="125016"/>
                  <a:pt x="392906" y="125016"/>
                </a:cubicBezTo>
                <a:cubicBezTo>
                  <a:pt x="363336" y="125016"/>
                  <a:pt x="339328" y="149023"/>
                  <a:pt x="339328" y="178594"/>
                </a:cubicBezTo>
                <a:cubicBezTo>
                  <a:pt x="339328" y="208164"/>
                  <a:pt x="363336" y="232172"/>
                  <a:pt x="392906" y="232172"/>
                </a:cubicBezTo>
                <a:cubicBezTo>
                  <a:pt x="422477" y="232172"/>
                  <a:pt x="446484" y="208164"/>
                  <a:pt x="446484" y="178594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5" name="Text 2"/>
          <p:cNvSpPr/>
          <p:nvPr/>
        </p:nvSpPr>
        <p:spPr>
          <a:xfrm>
            <a:off x="4692551" y="1514475"/>
            <a:ext cx="28098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Empezá Hoy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10842" y="2457450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diferencia entre los que venden más y los que no,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D95B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es la plataforma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96554" y="3057525"/>
            <a:ext cx="7800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Es la velocidad de atención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95B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y la consistencia del contenido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055293" y="4052888"/>
            <a:ext cx="1866900" cy="1362075"/>
          </a:xfrm>
          <a:custGeom>
            <a:avLst/>
            <a:gdLst/>
            <a:ahLst/>
            <a:cxnLst/>
            <a:rect l="l" t="t" r="r" b="b"/>
            <a:pathLst>
              <a:path w="1866900" h="1362075">
                <a:moveTo>
                  <a:pt x="114305" y="0"/>
                </a:moveTo>
                <a:lnTo>
                  <a:pt x="1752595" y="0"/>
                </a:lnTo>
                <a:cubicBezTo>
                  <a:pt x="1815724" y="0"/>
                  <a:pt x="1866900" y="51176"/>
                  <a:pt x="1866900" y="114305"/>
                </a:cubicBezTo>
                <a:lnTo>
                  <a:pt x="1866900" y="1247770"/>
                </a:lnTo>
                <a:cubicBezTo>
                  <a:pt x="1866900" y="1310899"/>
                  <a:pt x="1815724" y="1362075"/>
                  <a:pt x="1752595" y="1362075"/>
                </a:cubicBezTo>
                <a:lnTo>
                  <a:pt x="114305" y="1362075"/>
                </a:lnTo>
                <a:cubicBezTo>
                  <a:pt x="51176" y="1362075"/>
                  <a:pt x="0" y="1310899"/>
                  <a:pt x="0" y="1247770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B1E">
                  <a:alpha val="20000"/>
                </a:srgbClr>
              </a:gs>
              <a:gs pos="100000">
                <a:srgbClr val="D95B1E">
                  <a:alpha val="5000"/>
                </a:srgbClr>
              </a:gs>
            </a:gsLst>
            <a:lin ang="2700000" scaled="1"/>
          </a:gradFill>
          <a:ln w="12700">
            <a:solidFill>
              <a:srgbClr val="D95B1E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66852" y="42481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10" name="Text 7"/>
          <p:cNvSpPr/>
          <p:nvPr/>
        </p:nvSpPr>
        <p:spPr>
          <a:xfrm>
            <a:off x="3202930" y="4648200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Velocidad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12455" y="499110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 5 min de respuesta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61806" y="4052888"/>
            <a:ext cx="1866900" cy="1362075"/>
          </a:xfrm>
          <a:custGeom>
            <a:avLst/>
            <a:gdLst/>
            <a:ahLst/>
            <a:cxnLst/>
            <a:rect l="l" t="t" r="r" b="b"/>
            <a:pathLst>
              <a:path w="1866900" h="1362075">
                <a:moveTo>
                  <a:pt x="114305" y="0"/>
                </a:moveTo>
                <a:lnTo>
                  <a:pt x="1752595" y="0"/>
                </a:lnTo>
                <a:cubicBezTo>
                  <a:pt x="1815724" y="0"/>
                  <a:pt x="1866900" y="51176"/>
                  <a:pt x="1866900" y="114305"/>
                </a:cubicBezTo>
                <a:lnTo>
                  <a:pt x="1866900" y="1247770"/>
                </a:lnTo>
                <a:cubicBezTo>
                  <a:pt x="1866900" y="1310899"/>
                  <a:pt x="1815724" y="1362075"/>
                  <a:pt x="1752595" y="1362075"/>
                </a:cubicBezTo>
                <a:lnTo>
                  <a:pt x="114305" y="1362075"/>
                </a:lnTo>
                <a:cubicBezTo>
                  <a:pt x="51176" y="1362075"/>
                  <a:pt x="0" y="1310899"/>
                  <a:pt x="0" y="1247770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73366" y="42481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0"/>
                </a:moveTo>
                <a:cubicBezTo>
                  <a:pt x="81316" y="0"/>
                  <a:pt x="89297" y="7981"/>
                  <a:pt x="89297" y="17859"/>
                </a:cubicBezTo>
                <a:lnTo>
                  <a:pt x="89297" y="35719"/>
                </a:lnTo>
                <a:lnTo>
                  <a:pt x="160734" y="35719"/>
                </a:lnTo>
                <a:lnTo>
                  <a:pt x="160734" y="17859"/>
                </a:lnTo>
                <a:cubicBezTo>
                  <a:pt x="160734" y="7981"/>
                  <a:pt x="168715" y="0"/>
                  <a:pt x="178594" y="0"/>
                </a:cubicBezTo>
                <a:cubicBezTo>
                  <a:pt x="188472" y="0"/>
                  <a:pt x="196453" y="7981"/>
                  <a:pt x="196453" y="17859"/>
                </a:cubicBezTo>
                <a:lnTo>
                  <a:pt x="196453" y="35719"/>
                </a:lnTo>
                <a:lnTo>
                  <a:pt x="214313" y="35719"/>
                </a:lnTo>
                <a:cubicBezTo>
                  <a:pt x="234014" y="35719"/>
                  <a:pt x="250031" y="51736"/>
                  <a:pt x="250031" y="71438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71438"/>
                </a:lnTo>
                <a:cubicBezTo>
                  <a:pt x="0" y="51736"/>
                  <a:pt x="16018" y="35719"/>
                  <a:pt x="35719" y="35719"/>
                </a:cubicBezTo>
                <a:lnTo>
                  <a:pt x="53578" y="35719"/>
                </a:lnTo>
                <a:lnTo>
                  <a:pt x="53578" y="17859"/>
                </a:lnTo>
                <a:cubicBezTo>
                  <a:pt x="53578" y="7981"/>
                  <a:pt x="61559" y="0"/>
                  <a:pt x="71438" y="0"/>
                </a:cubicBezTo>
                <a:close/>
                <a:moveTo>
                  <a:pt x="35719" y="133945"/>
                </a:moveTo>
                <a:lnTo>
                  <a:pt x="35719" y="151805"/>
                </a:lnTo>
                <a:cubicBezTo>
                  <a:pt x="35719" y="156716"/>
                  <a:pt x="39737" y="160734"/>
                  <a:pt x="44648" y="160734"/>
                </a:cubicBezTo>
                <a:lnTo>
                  <a:pt x="62508" y="160734"/>
                </a:lnTo>
                <a:cubicBezTo>
                  <a:pt x="67419" y="160734"/>
                  <a:pt x="71438" y="156716"/>
                  <a:pt x="71438" y="151805"/>
                </a:cubicBezTo>
                <a:lnTo>
                  <a:pt x="71438" y="133945"/>
                </a:lnTo>
                <a:cubicBezTo>
                  <a:pt x="71438" y="129034"/>
                  <a:pt x="67419" y="125016"/>
                  <a:pt x="62508" y="125016"/>
                </a:cubicBezTo>
                <a:lnTo>
                  <a:pt x="44648" y="125016"/>
                </a:lnTo>
                <a:cubicBezTo>
                  <a:pt x="39737" y="125016"/>
                  <a:pt x="35719" y="129034"/>
                  <a:pt x="35719" y="133945"/>
                </a:cubicBezTo>
                <a:close/>
                <a:moveTo>
                  <a:pt x="107156" y="133945"/>
                </a:moveTo>
                <a:lnTo>
                  <a:pt x="107156" y="151805"/>
                </a:lnTo>
                <a:cubicBezTo>
                  <a:pt x="107156" y="156716"/>
                  <a:pt x="111175" y="160734"/>
                  <a:pt x="116086" y="160734"/>
                </a:cubicBezTo>
                <a:lnTo>
                  <a:pt x="133945" y="160734"/>
                </a:lnTo>
                <a:cubicBezTo>
                  <a:pt x="138857" y="160734"/>
                  <a:pt x="142875" y="156716"/>
                  <a:pt x="142875" y="151805"/>
                </a:cubicBezTo>
                <a:lnTo>
                  <a:pt x="142875" y="133945"/>
                </a:lnTo>
                <a:cubicBezTo>
                  <a:pt x="142875" y="129034"/>
                  <a:pt x="138857" y="125016"/>
                  <a:pt x="133945" y="125016"/>
                </a:cubicBezTo>
                <a:lnTo>
                  <a:pt x="116086" y="125016"/>
                </a:lnTo>
                <a:cubicBezTo>
                  <a:pt x="111175" y="125016"/>
                  <a:pt x="107156" y="129034"/>
                  <a:pt x="107156" y="133945"/>
                </a:cubicBezTo>
                <a:close/>
                <a:moveTo>
                  <a:pt x="187523" y="125016"/>
                </a:moveTo>
                <a:cubicBezTo>
                  <a:pt x="182612" y="125016"/>
                  <a:pt x="178594" y="129034"/>
                  <a:pt x="178594" y="133945"/>
                </a:cubicBezTo>
                <a:lnTo>
                  <a:pt x="178594" y="151805"/>
                </a:lnTo>
                <a:cubicBezTo>
                  <a:pt x="178594" y="156716"/>
                  <a:pt x="182612" y="160734"/>
                  <a:pt x="187523" y="160734"/>
                </a:cubicBezTo>
                <a:lnTo>
                  <a:pt x="205383" y="160734"/>
                </a:lnTo>
                <a:cubicBezTo>
                  <a:pt x="210294" y="160734"/>
                  <a:pt x="214313" y="156716"/>
                  <a:pt x="214313" y="151805"/>
                </a:cubicBezTo>
                <a:lnTo>
                  <a:pt x="214313" y="133945"/>
                </a:lnTo>
                <a:cubicBezTo>
                  <a:pt x="214313" y="129034"/>
                  <a:pt x="210294" y="125016"/>
                  <a:pt x="205383" y="125016"/>
                </a:cubicBezTo>
                <a:lnTo>
                  <a:pt x="187523" y="125016"/>
                </a:lnTo>
                <a:close/>
                <a:moveTo>
                  <a:pt x="35719" y="205383"/>
                </a:move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62508" y="232172"/>
                </a:lnTo>
                <a:cubicBezTo>
                  <a:pt x="67419" y="232172"/>
                  <a:pt x="71438" y="228154"/>
                  <a:pt x="71438" y="223242"/>
                </a:cubicBezTo>
                <a:lnTo>
                  <a:pt x="71438" y="205383"/>
                </a:lnTo>
                <a:cubicBezTo>
                  <a:pt x="71438" y="200471"/>
                  <a:pt x="67419" y="196453"/>
                  <a:pt x="62508" y="196453"/>
                </a:cubicBezTo>
                <a:lnTo>
                  <a:pt x="44648" y="196453"/>
                </a:lnTo>
                <a:cubicBezTo>
                  <a:pt x="39737" y="196453"/>
                  <a:pt x="35719" y="200471"/>
                  <a:pt x="35719" y="205383"/>
                </a:cubicBezTo>
                <a:close/>
                <a:moveTo>
                  <a:pt x="116086" y="196453"/>
                </a:moveTo>
                <a:cubicBezTo>
                  <a:pt x="111175" y="196453"/>
                  <a:pt x="107156" y="200471"/>
                  <a:pt x="107156" y="205383"/>
                </a:cubicBezTo>
                <a:lnTo>
                  <a:pt x="107156" y="223242"/>
                </a:lnTo>
                <a:cubicBezTo>
                  <a:pt x="107156" y="228154"/>
                  <a:pt x="111175" y="232172"/>
                  <a:pt x="116086" y="232172"/>
                </a:cubicBezTo>
                <a:lnTo>
                  <a:pt x="133945" y="232172"/>
                </a:lnTo>
                <a:cubicBezTo>
                  <a:pt x="138857" y="232172"/>
                  <a:pt x="142875" y="228154"/>
                  <a:pt x="142875" y="223242"/>
                </a:cubicBezTo>
                <a:lnTo>
                  <a:pt x="142875" y="205383"/>
                </a:lnTo>
                <a:cubicBezTo>
                  <a:pt x="142875" y="200471"/>
                  <a:pt x="138857" y="196453"/>
                  <a:pt x="133945" y="196453"/>
                </a:cubicBezTo>
                <a:lnTo>
                  <a:pt x="116086" y="196453"/>
                </a:lnTo>
                <a:close/>
                <a:moveTo>
                  <a:pt x="178594" y="205383"/>
                </a:moveTo>
                <a:lnTo>
                  <a:pt x="178594" y="223242"/>
                </a:lnTo>
                <a:cubicBezTo>
                  <a:pt x="178594" y="228154"/>
                  <a:pt x="182612" y="232172"/>
                  <a:pt x="187523" y="232172"/>
                </a:cubicBezTo>
                <a:lnTo>
                  <a:pt x="205383" y="232172"/>
                </a:lnTo>
                <a:cubicBezTo>
                  <a:pt x="210294" y="232172"/>
                  <a:pt x="214313" y="228154"/>
                  <a:pt x="214313" y="223242"/>
                </a:cubicBezTo>
                <a:lnTo>
                  <a:pt x="214313" y="205383"/>
                </a:lnTo>
                <a:cubicBezTo>
                  <a:pt x="214313" y="200471"/>
                  <a:pt x="210294" y="196453"/>
                  <a:pt x="205383" y="196453"/>
                </a:cubicBezTo>
                <a:lnTo>
                  <a:pt x="187523" y="196453"/>
                </a:lnTo>
                <a:cubicBezTo>
                  <a:pt x="182612" y="196453"/>
                  <a:pt x="178594" y="200471"/>
                  <a:pt x="178594" y="205383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Text 11"/>
          <p:cNvSpPr/>
          <p:nvPr/>
        </p:nvSpPr>
        <p:spPr>
          <a:xfrm>
            <a:off x="5309443" y="4648200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Consistencia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318968" y="499110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videos por semana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268319" y="4052888"/>
            <a:ext cx="1866900" cy="1362075"/>
          </a:xfrm>
          <a:custGeom>
            <a:avLst/>
            <a:gdLst/>
            <a:ahLst/>
            <a:cxnLst/>
            <a:rect l="l" t="t" r="r" b="b"/>
            <a:pathLst>
              <a:path w="1866900" h="1362075">
                <a:moveTo>
                  <a:pt x="114305" y="0"/>
                </a:moveTo>
                <a:lnTo>
                  <a:pt x="1752595" y="0"/>
                </a:lnTo>
                <a:cubicBezTo>
                  <a:pt x="1815724" y="0"/>
                  <a:pt x="1866900" y="51176"/>
                  <a:pt x="1866900" y="114305"/>
                </a:cubicBezTo>
                <a:lnTo>
                  <a:pt x="1866900" y="1247770"/>
                </a:lnTo>
                <a:cubicBezTo>
                  <a:pt x="1866900" y="1310899"/>
                  <a:pt x="1815724" y="1362075"/>
                  <a:pt x="1752595" y="1362075"/>
                </a:cubicBezTo>
                <a:lnTo>
                  <a:pt x="114305" y="1362075"/>
                </a:lnTo>
                <a:cubicBezTo>
                  <a:pt x="51176" y="1362075"/>
                  <a:pt x="0" y="1310899"/>
                  <a:pt x="0" y="1247770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>
                  <a:alpha val="20000"/>
                </a:srgbClr>
              </a:gs>
              <a:gs pos="100000">
                <a:srgbClr val="788A9C">
                  <a:alpha val="5000"/>
                </a:srgbClr>
              </a:gs>
            </a:gsLst>
            <a:lin ang="2700000" scaled="1"/>
          </a:gradFill>
          <a:ln w="12700">
            <a:solidFill>
              <a:srgbClr val="788A9C">
                <a:alpha val="3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2020" y="42481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8" name="Text 15"/>
          <p:cNvSpPr/>
          <p:nvPr/>
        </p:nvSpPr>
        <p:spPr>
          <a:xfrm>
            <a:off x="7415957" y="4648200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Métricas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25482" y="499110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Medir todo el funnel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040535" y="5724525"/>
            <a:ext cx="4114800" cy="571500"/>
          </a:xfrm>
          <a:custGeom>
            <a:avLst/>
            <a:gdLst/>
            <a:ahLst/>
            <a:cxnLst/>
            <a:rect l="l" t="t" r="r" b="b"/>
            <a:pathLst>
              <a:path w="4114800" h="571500">
                <a:moveTo>
                  <a:pt x="114300" y="0"/>
                </a:moveTo>
                <a:lnTo>
                  <a:pt x="4000500" y="0"/>
                </a:lnTo>
                <a:cubicBezTo>
                  <a:pt x="4063584" y="0"/>
                  <a:pt x="4114800" y="51216"/>
                  <a:pt x="4114800" y="114300"/>
                </a:cubicBezTo>
                <a:lnTo>
                  <a:pt x="4114800" y="457200"/>
                </a:lnTo>
                <a:cubicBezTo>
                  <a:pt x="4114800" y="520284"/>
                  <a:pt x="4063584" y="571500"/>
                  <a:pt x="400050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5B1E"/>
          </a:solidFill>
          <a:ln/>
        </p:spPr>
      </p:sp>
      <p:sp>
        <p:nvSpPr>
          <p:cNvPr id="21" name="Text 18"/>
          <p:cNvSpPr/>
          <p:nvPr/>
        </p:nvSpPr>
        <p:spPr>
          <a:xfrm>
            <a:off x="4297710" y="5876925"/>
            <a:ext cx="360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Clase práctica 120 min | De leads a ventas sin humo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Digital para Concesionarios</dc:title>
  <dc:subject>Marketing Digital para Concesionarios</dc:subject>
  <dc:creator>Kimi</dc:creator>
  <cp:lastModifiedBy>Kimi</cp:lastModifiedBy>
  <cp:revision>1</cp:revision>
  <dcterms:created xsi:type="dcterms:W3CDTF">2026-02-21T00:23:48Z</dcterms:created>
  <dcterms:modified xsi:type="dcterms:W3CDTF">2026-02-21T00:23:48Z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{"Label":"Marketing Digital para Concesionarios","ContentProducer":"001191110108MACG2KBH8F10000","ProduceID":"19c7d8d7-0bc2-8e45-8000-000088a59812","ReservedCode1":"","ContentPropagator":"001191110108MACG2KBH8F20000","PropagateID":"19c7d8d7-0bc2-8e45-8000-000088a59812","ReservedCode2":""}</vt:lpwstr>
  </property>
</Properties>
</file>